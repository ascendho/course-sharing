
<file path=[Content_Types].xml><?xml version="1.0" encoding="utf-8"?>
<Types xmlns="http://schemas.openxmlformats.org/package/2006/content-types">
  <Default Extension="jpeg" ContentType="image/jpeg"/>
  <Default Extension="JPG" ContentType="image/.jpg"/>
  <Default Extension="wav" ContentType="audio/x-wav"/>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8"/>
  </p:notesMasterIdLst>
  <p:handoutMasterIdLst>
    <p:handoutMasterId r:id="rId49"/>
  </p:handoutMasterIdLst>
  <p:sldIdLst>
    <p:sldId id="368" r:id="rId3"/>
    <p:sldId id="369" r:id="rId4"/>
    <p:sldId id="405" r:id="rId5"/>
    <p:sldId id="406" r:id="rId6"/>
    <p:sldId id="404" r:id="rId7"/>
    <p:sldId id="370" r:id="rId8"/>
    <p:sldId id="409" r:id="rId9"/>
    <p:sldId id="408" r:id="rId10"/>
    <p:sldId id="412" r:id="rId11"/>
    <p:sldId id="371" r:id="rId12"/>
    <p:sldId id="372" r:id="rId13"/>
    <p:sldId id="413" r:id="rId14"/>
    <p:sldId id="410" r:id="rId15"/>
    <p:sldId id="373" r:id="rId16"/>
    <p:sldId id="374" r:id="rId17"/>
    <p:sldId id="375" r:id="rId18"/>
    <p:sldId id="376" r:id="rId19"/>
    <p:sldId id="411" r:id="rId20"/>
    <p:sldId id="378" r:id="rId21"/>
    <p:sldId id="379" r:id="rId22"/>
    <p:sldId id="380" r:id="rId23"/>
    <p:sldId id="381" r:id="rId24"/>
    <p:sldId id="382" r:id="rId25"/>
    <p:sldId id="383" r:id="rId26"/>
    <p:sldId id="384" r:id="rId27"/>
    <p:sldId id="385" r:id="rId28"/>
    <p:sldId id="386" r:id="rId29"/>
    <p:sldId id="387" r:id="rId30"/>
    <p:sldId id="388" r:id="rId31"/>
    <p:sldId id="389" r:id="rId32"/>
    <p:sldId id="390" r:id="rId33"/>
    <p:sldId id="391" r:id="rId34"/>
    <p:sldId id="392" r:id="rId35"/>
    <p:sldId id="393" r:id="rId36"/>
    <p:sldId id="394" r:id="rId37"/>
    <p:sldId id="395" r:id="rId38"/>
    <p:sldId id="396" r:id="rId39"/>
    <p:sldId id="397" r:id="rId40"/>
    <p:sldId id="398" r:id="rId41"/>
    <p:sldId id="399" r:id="rId42"/>
    <p:sldId id="400" r:id="rId43"/>
    <p:sldId id="401" r:id="rId44"/>
    <p:sldId id="402" r:id="rId45"/>
    <p:sldId id="403" r:id="rId46"/>
    <p:sldId id="414" r:id="rId47"/>
  </p:sldIdLst>
  <p:sldSz cx="9144000" cy="6858000" type="screen4x3"/>
  <p:notesSz cx="6858000" cy="9144000"/>
  <p:defaultTextStyle>
    <a:defPPr>
      <a:defRPr lang="en-US"/>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5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0A06B0"/>
    <a:srgbClr val="A8C9EA"/>
    <a:srgbClr val="CCFF66"/>
    <a:srgbClr val="FFFFCC"/>
    <a:srgbClr val="F9DF9F"/>
    <a:srgbClr val="FFFF66"/>
    <a:srgbClr val="CCE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horzBarState="maximized">
    <p:restoredLeft sz="26068"/>
    <p:restoredTop sz="94660"/>
  </p:normalViewPr>
  <p:slideViewPr>
    <p:cSldViewPr showGuides="1">
      <p:cViewPr varScale="1">
        <p:scale>
          <a:sx n="117" d="100"/>
          <a:sy n="117" d="100"/>
        </p:scale>
        <p:origin x="88" y="80"/>
      </p:cViewPr>
      <p:guideLst>
        <p:guide orient="horz" pos="2160"/>
        <p:guide pos="2854"/>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2" Type="http://schemas.openxmlformats.org/officeDocument/2006/relationships/tableStyles" Target="tableStyles.xml"/><Relationship Id="rId51" Type="http://schemas.openxmlformats.org/officeDocument/2006/relationships/viewProps" Target="viewProps.xml"/><Relationship Id="rId50" Type="http://schemas.openxmlformats.org/officeDocument/2006/relationships/presProps" Target="presProps.xml"/><Relationship Id="rId5" Type="http://schemas.openxmlformats.org/officeDocument/2006/relationships/slide" Target="slides/slide3.xml"/><Relationship Id="rId49" Type="http://schemas.openxmlformats.org/officeDocument/2006/relationships/handoutMaster" Target="handoutMasters/handoutMaster1.xml"/><Relationship Id="rId48" Type="http://schemas.openxmlformats.org/officeDocument/2006/relationships/notesMaster" Target="notesMasters/notesMaster1.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48130"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eaLnBrk="1" hangingPunct="1">
              <a:defRPr kumimoji="1" sz="1200">
                <a:latin typeface="Times New Roman" panose="02020603050405020304" pitchFamily="18"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8131" name="Rectangle 3"/>
          <p:cNvSpPr>
            <a:spLocks noGrp="1" noChangeArrowheads="1"/>
          </p:cNvSpPr>
          <p:nvPr>
            <p:ph type="dt" sz="quarter"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kumimoji="1" sz="1200">
                <a:latin typeface="Times New Roman" panose="02020603050405020304" pitchFamily="18"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1" lang="zh-CN"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8132" name="Rectangle 4"/>
          <p:cNvSpPr>
            <a:spLocks noGrp="1" noChangeArrowheads="1"/>
          </p:cNvSpPr>
          <p:nvPr>
            <p:ph type="ftr" sz="quarter" idx="2"/>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eaLnBrk="1" hangingPunct="1">
              <a:defRPr kumimoji="1" sz="1200">
                <a:latin typeface="Times New Roman" panose="02020603050405020304" pitchFamily="18"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8133" name="Rectangle 5"/>
          <p:cNvSpPr>
            <a:spLocks noGrp="1" noChangeArrowheads="1"/>
          </p:cNvSpPr>
          <p:nvPr>
            <p:ph type="sldNum" sz="quarter" idx="3"/>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lstStyle>
            <a:lvl1pPr algn="r" eaLnBrk="1" hangingPunct="1">
              <a:defRPr kumimoji="1" sz="1200">
                <a:latin typeface="Times New Roman" panose="02020603050405020304" pitchFamily="18"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C739BAA9-2804-47E4-BD3B-6DCC376AEDF4}" type="slidenum">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zh-CN"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41986"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eaLnBrk="1" hangingPunct="1">
              <a:defRPr kumimoji="1" sz="1200">
                <a:latin typeface="Times New Roman" panose="02020603050405020304" pitchFamily="18"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1987" name="Rectangle 3"/>
          <p:cNvSpPr>
            <a:spLocks noGrp="1" noChangeArrowheads="1"/>
          </p:cNvSpPr>
          <p:nvPr>
            <p:ph type="dt"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kumimoji="1" sz="1200">
                <a:latin typeface="Times New Roman" panose="02020603050405020304" pitchFamily="18"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1" lang="zh-CN"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76" name="Rectangle 4"/>
          <p:cNvSpPr>
            <a:spLocks noTextEdit="1"/>
          </p:cNvSpPr>
          <p:nvPr>
            <p:ph type="sldImg"/>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41989" name="Rectangle 5"/>
          <p:cNvSpPr>
            <a:spLocks noGrp="1" noChangeArrowheads="1"/>
          </p:cNvSpPr>
          <p:nvPr>
            <p:ph type="body" sz="quarter" idx="3"/>
          </p:nvPr>
        </p:nvSpPr>
        <p:spPr bwMode="auto">
          <a:xfrm>
            <a:off x="914400" y="4343400"/>
            <a:ext cx="5029200" cy="4114800"/>
          </a:xfrm>
          <a:prstGeom prst="rect">
            <a:avLst/>
          </a:prstGeom>
          <a:noFill/>
          <a:ln w="9525">
            <a:noFill/>
            <a:miter lim="800000"/>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单击此处编辑母版文本样式</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第二级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第三级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第四级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第五级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1990" name="Rectangle 6"/>
          <p:cNvSpPr>
            <a:spLocks noGrp="1" noChangeArrowheads="1"/>
          </p:cNvSpPr>
          <p:nvPr>
            <p:ph type="ftr" sz="quarter" idx="4"/>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eaLnBrk="1" hangingPunct="1">
              <a:defRPr kumimoji="1" sz="1200">
                <a:latin typeface="Times New Roman" panose="02020603050405020304" pitchFamily="18"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1991" name="Rectangle 7"/>
          <p:cNvSpPr>
            <a:spLocks noGrp="1" noChangeArrowheads="1"/>
          </p:cNvSpPr>
          <p:nvPr>
            <p:ph type="sldNum" sz="quarter" idx="5"/>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lstStyle>
            <a:lvl1pPr algn="r" eaLnBrk="1" hangingPunct="1">
              <a:defRPr kumimoji="1" sz="1200">
                <a:latin typeface="Times New Roman" panose="02020603050405020304" pitchFamily="18"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9110FD3D-DC9F-4F5B-8856-38316B00FF22}" type="slidenum">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zh-CN"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pattFill prst="ltHorz">
          <a:fgClr>
            <a:schemeClr val="bg2"/>
          </a:fgClr>
          <a:bgClr>
            <a:schemeClr val="bg1"/>
          </a:bgClr>
        </a:pattFill>
        <a:effectLst/>
      </p:bgPr>
    </p:bg>
    <p:spTree>
      <p:nvGrpSpPr>
        <p:cNvPr id="1" name=""/>
        <p:cNvGrpSpPr/>
        <p:nvPr/>
      </p:nvGrpSpPr>
      <p:grpSpPr>
        <a:xfrm>
          <a:off x="0" y="0"/>
          <a:ext cx="0" cy="0"/>
          <a:chOff x="0" y="0"/>
          <a:chExt cx="0" cy="0"/>
        </a:xfrm>
      </p:grpSpPr>
      <p:sp>
        <p:nvSpPr>
          <p:cNvPr id="2050" name="AutoShape 7"/>
          <p:cNvSpPr/>
          <p:nvPr/>
        </p:nvSpPr>
        <p:spPr>
          <a:xfrm>
            <a:off x="685800" y="2393950"/>
            <a:ext cx="7772400" cy="109538"/>
          </a:xfrm>
          <a:custGeom>
            <a:avLst/>
            <a:gdLst/>
            <a:ahLst/>
            <a:cxnLst>
              <a:cxn ang="0">
                <a:pos x="0" y="0"/>
              </a:cxn>
              <a:cxn ang="0">
                <a:pos x="4803343" y="0"/>
              </a:cxn>
              <a:cxn ang="0">
                <a:pos x="4803343" y="109538"/>
              </a:cxn>
              <a:cxn ang="0">
                <a:pos x="0" y="109538"/>
              </a:cxn>
              <a:cxn ang="0">
                <a:pos x="0" y="0"/>
              </a:cxn>
              <a:cxn ang="0">
                <a:pos x="0" y="0"/>
              </a:cxn>
              <a:cxn ang="0">
                <a:pos x="7772400" y="0"/>
              </a:cxn>
            </a:cxnLst>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chemeClr val="accent2">
              <a:alpha val="100000"/>
            </a:schemeClr>
          </a:solidFill>
          <a:ln w="9525" cap="flat" cmpd="sng">
            <a:solidFill>
              <a:schemeClr val="accent2">
                <a:alpha val="100000"/>
              </a:schemeClr>
            </a:solidFill>
            <a:prstDash val="solid"/>
            <a:round/>
            <a:headEnd type="none" w="med" len="med"/>
            <a:tailEnd type="none" w="med" len="med"/>
          </a:ln>
        </p:spPr>
        <p:txBody>
          <a:bodyPr/>
          <a:p>
            <a:endParaRPr lang="zh-CN" altLang="en-US"/>
          </a:p>
        </p:txBody>
      </p:sp>
      <p:sp>
        <p:nvSpPr>
          <p:cNvPr id="384002" name="Rectangle 2"/>
          <p:cNvSpPr>
            <a:spLocks noGrp="1" noChangeArrowheads="1"/>
          </p:cNvSpPr>
          <p:nvPr>
            <p:ph type="ctrTitle"/>
          </p:nvPr>
        </p:nvSpPr>
        <p:spPr>
          <a:xfrm>
            <a:off x="685800" y="990600"/>
            <a:ext cx="7772400" cy="1371600"/>
          </a:xfrm>
        </p:spPr>
        <p:txBody>
          <a:bodyPr/>
          <a:lstStyle>
            <a:lvl1pPr>
              <a:defRPr sz="4000"/>
            </a:lvl1pPr>
          </a:lstStyle>
          <a:p>
            <a:r>
              <a:rPr lang="zh-CN" altLang="en-US" noProof="1"/>
              <a:t>单击此处编辑母版标题样式</a:t>
            </a:r>
            <a:endParaRPr lang="zh-CN" altLang="en-US" noProof="1"/>
          </a:p>
        </p:txBody>
      </p:sp>
      <p:sp>
        <p:nvSpPr>
          <p:cNvPr id="384003" name="Rectangle 3"/>
          <p:cNvSpPr>
            <a:spLocks noGrp="1" noChangeArrowheads="1"/>
          </p:cNvSpPr>
          <p:nvPr>
            <p:ph type="subTitle" idx="1"/>
          </p:nvPr>
        </p:nvSpPr>
        <p:spPr>
          <a:xfrm>
            <a:off x="1447800" y="3429000"/>
            <a:ext cx="7010400" cy="1600200"/>
          </a:xfrm>
        </p:spPr>
        <p:txBody>
          <a:bodyPr/>
          <a:lstStyle>
            <a:lvl1pPr marL="0" indent="0">
              <a:buFont typeface="Wingdings" panose="05000000000000000000" pitchFamily="2" charset="2"/>
              <a:buNone/>
              <a:defRPr sz="2800"/>
            </a:lvl1pPr>
          </a:lstStyle>
          <a:p>
            <a:r>
              <a:rPr lang="zh-CN" altLang="en-US" noProof="1"/>
              <a:t>单击此处编辑母版副标题样式</a:t>
            </a:r>
            <a:endParaRPr lang="zh-CN" altLang="en-US" noProof="1"/>
          </a:p>
        </p:txBody>
      </p:sp>
      <p:sp>
        <p:nvSpPr>
          <p:cNvPr id="8" name="Rectangle 4"/>
          <p:cNvSpPr>
            <a:spLocks noGrp="1" noChangeArrowheads="1"/>
          </p:cNvSpPr>
          <p:nvPr>
            <p:ph type="dt" sz="half" idx="2"/>
          </p:nvPr>
        </p:nvSpPr>
        <p:spPr bwMode="auto">
          <a:xfrm>
            <a:off x="685800" y="6248400"/>
            <a:ext cx="1905000" cy="457200"/>
          </a:xfrm>
          <a:prstGeom prst="rect">
            <a:avLst/>
          </a:prstGeom>
          <a:ln>
            <a:miter lim="800000"/>
          </a:ln>
        </p:spPr>
        <p:txBody>
          <a:bodyPr vert="horz" wrap="square" lIns="91440" tIns="45720" rIns="91440" bIns="45720" numCol="1" anchor="t" anchorCtr="0" compatLnSpc="1"/>
          <a:lstStyle>
            <a:lvl1pPr eaLnBrk="1" hangingPunct="1">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fld id="{C9AB62AB-C76A-4D9C-9296-0C0DB151B3A5}" type="datetime1">
              <a:rPr kumimoji="0" lang="zh-CN" altLang="en-US"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fld>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9" name="Rectangle 5"/>
          <p:cNvSpPr>
            <a:spLocks noGrp="1" noChangeArrowheads="1"/>
          </p:cNvSpPr>
          <p:nvPr>
            <p:ph type="ftr" sz="quarter" idx="3"/>
          </p:nvPr>
        </p:nvSpPr>
        <p:spPr bwMode="auto">
          <a:xfrm>
            <a:off x="3124200" y="6248400"/>
            <a:ext cx="2895600" cy="457200"/>
          </a:xfrm>
          <a:prstGeom prst="rect">
            <a:avLst/>
          </a:prstGeom>
          <a:ln>
            <a:miter lim="800000"/>
          </a:ln>
        </p:spPr>
        <p:txBody>
          <a:bodyPr vert="horz" wrap="square" lIns="91440" tIns="45720" rIns="91440" bIns="45720" numCol="1" anchor="t" anchorCtr="0" compatLnSpc="1"/>
          <a:lstStyle>
            <a:lvl1pPr algn="ctr" eaLnBrk="1" hangingPunct="1">
              <a:defRPr sz="1200"/>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t>UML系统建模与分析设计</a:t>
            </a: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 name="Rectangle 6"/>
          <p:cNvSpPr>
            <a:spLocks noGrp="1" noChangeArrowheads="1"/>
          </p:cNvSpPr>
          <p:nvPr>
            <p:ph type="sldNum" sz="quarter" idx="4"/>
          </p:nvPr>
        </p:nvSpPr>
        <p:spPr bwMode="auto">
          <a:xfrm>
            <a:off x="6553200" y="6248400"/>
            <a:ext cx="1905000" cy="457200"/>
          </a:xfrm>
          <a:prstGeom prst="rect">
            <a:avLst/>
          </a:prstGeom>
          <a:ln>
            <a:miter lim="800000"/>
          </a:ln>
        </p:spPr>
        <p:txBody>
          <a:bodyPr vert="horz" wrap="square" lIns="91440" tIns="45720" rIns="91440" bIns="45720" numCol="1" anchor="t"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F69CCBAE-0389-4403-931A-86086FF07ECB}" type="slidenum">
              <a:rPr kumimoji="0" lang="zh-CN" altLang="en-US"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fld>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内容占位符 2"/>
          <p:cNvSpPr>
            <a:spLocks noGrp="1"/>
          </p:cNvSpPr>
          <p:nvPr>
            <p:ph idx="1"/>
          </p:nvPr>
        </p:nvSpPr>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灯片编号占位符 3"/>
          <p:cNvSpPr>
            <a:spLocks noGrp="1"/>
          </p:cNvSpPr>
          <p:nvPr>
            <p:ph type="sldNum" sz="quarter" idx="10"/>
          </p:nvPr>
        </p:nvSpPr>
        <p:spPr>
          <a:xfrm>
            <a:off x="0" y="6559550"/>
            <a:ext cx="1981200" cy="298450"/>
          </a:xfrm>
        </p:spPr>
        <p:txBody>
          <a:bodyPr/>
          <a:lstStyle>
            <a:lvl1pPr algn="ctr">
              <a:defRPr/>
            </a:lvl1pPr>
          </a:lstStyle>
          <a:p>
            <a:pPr marL="0" marR="0" lvl="0" indent="0" defTabSz="914400" rtl="0" eaLnBrk="1" fontAlgn="base" latinLnBrk="0" hangingPunct="1">
              <a:lnSpc>
                <a:spcPct val="100000"/>
              </a:lnSpc>
              <a:spcBef>
                <a:spcPct val="0"/>
              </a:spcBef>
              <a:spcAft>
                <a:spcPct val="0"/>
              </a:spcAft>
              <a:buClrTx/>
              <a:buSzTx/>
              <a:buFontTx/>
              <a:buNone/>
              <a:defRPr/>
            </a:pPr>
            <a:fld id="{27B68A4D-AF79-4014-9EE1-6F6994353DDF}" type="slidenum">
              <a:rPr kumimoji="0" lang="zh-CN" altLang="en-US"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fld>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smtClean="0"/>
              <a:t>单击此处编辑母版文本样式</a:t>
            </a:r>
            <a:endParaRPr lang="zh-CN" altLang="en-US" noProof="1" smtClean="0"/>
          </a:p>
        </p:txBody>
      </p:sp>
      <p:sp>
        <p:nvSpPr>
          <p:cNvPr id="4" name="灯片编号占位符 3"/>
          <p:cNvSpPr>
            <a:spLocks noGrp="1"/>
          </p:cNvSpPr>
          <p:nvPr>
            <p:ph type="sldNum" sz="quarter" idx="10"/>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27B68A4D-AF79-4014-9EE1-6F6994353DDF}" type="slidenum">
              <a:rPr kumimoji="0" lang="zh-CN" altLang="en-US"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fld>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内容占位符 2"/>
          <p:cNvSpPr>
            <a:spLocks noGrp="1"/>
          </p:cNvSpPr>
          <p:nvPr>
            <p:ph sz="half" idx="1"/>
          </p:nvPr>
        </p:nvSpPr>
        <p:spPr>
          <a:xfrm>
            <a:off x="539750" y="1773238"/>
            <a:ext cx="3924300" cy="44640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内容占位符 3"/>
          <p:cNvSpPr>
            <a:spLocks noGrp="1"/>
          </p:cNvSpPr>
          <p:nvPr>
            <p:ph sz="half" idx="2"/>
          </p:nvPr>
        </p:nvSpPr>
        <p:spPr>
          <a:xfrm>
            <a:off x="4616450" y="1773238"/>
            <a:ext cx="3924300" cy="44640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5" name="灯片编号占位符 4"/>
          <p:cNvSpPr>
            <a:spLocks noGrp="1"/>
          </p:cNvSpPr>
          <p:nvPr>
            <p:ph type="sldNum" sz="quarter" idx="10"/>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27B68A4D-AF79-4014-9EE1-6F6994353DDF}" type="slidenum">
              <a:rPr kumimoji="0" lang="zh-CN" altLang="en-US"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fld>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7" name="灯片编号占位符 6"/>
          <p:cNvSpPr>
            <a:spLocks noGrp="1"/>
          </p:cNvSpPr>
          <p:nvPr>
            <p:ph type="sldNum" sz="quarter" idx="10"/>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27B68A4D-AF79-4014-9EE1-6F6994353DDF}" type="slidenum">
              <a:rPr kumimoji="0" lang="zh-CN" altLang="en-US"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fld>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灯片编号占位符 2"/>
          <p:cNvSpPr>
            <a:spLocks noGrp="1"/>
          </p:cNvSpPr>
          <p:nvPr>
            <p:ph type="sldNum" sz="quarter" idx="10"/>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27B68A4D-AF79-4014-9EE1-6F6994353DDF}" type="slidenum">
              <a:rPr kumimoji="0" lang="zh-CN" altLang="en-US"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fld>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27B68A4D-AF79-4014-9EE1-6F6994353DDF}" type="slidenum">
              <a:rPr kumimoji="0" lang="zh-CN" altLang="en-US"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fld>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
        <p:nvSpPr>
          <p:cNvPr id="5" name="灯片编号占位符 4"/>
          <p:cNvSpPr>
            <a:spLocks noGrp="1"/>
          </p:cNvSpPr>
          <p:nvPr>
            <p:ph type="sldNum" sz="quarter" idx="10"/>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27B68A4D-AF79-4014-9EE1-6F6994353DDF}" type="slidenum">
              <a:rPr kumimoji="0" lang="zh-CN" altLang="en-US"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fld>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noProof="1" smtClean="0"/>
              <a:t>单击此处编辑母版标题样式</a:t>
            </a:r>
            <a:endParaRPr lang="zh-CN" altLang="en-US"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None/>
              <a:defRPr/>
            </a:pPr>
            <a:endParaRPr kumimoji="0" lang="zh-CN" altLang="en-US" sz="3200" b="0"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
        <p:nvSpPr>
          <p:cNvPr id="5" name="灯片编号占位符 4"/>
          <p:cNvSpPr>
            <a:spLocks noGrp="1"/>
          </p:cNvSpPr>
          <p:nvPr>
            <p:ph type="sldNum" sz="quarter" idx="10"/>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27B68A4D-AF79-4014-9EE1-6F6994353DDF}" type="slidenum">
              <a:rPr kumimoji="0" lang="zh-CN" altLang="en-US"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fld>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灯片编号占位符 3"/>
          <p:cNvSpPr>
            <a:spLocks noGrp="1"/>
          </p:cNvSpPr>
          <p:nvPr>
            <p:ph type="sldNum" sz="quarter" idx="10"/>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27B68A4D-AF79-4014-9EE1-6F6994353DDF}" type="slidenum">
              <a:rPr kumimoji="0" lang="zh-CN" altLang="en-US"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fld>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67488" y="304800"/>
            <a:ext cx="2008187" cy="5932488"/>
          </a:xfrm>
        </p:spPr>
        <p:txBody>
          <a:bodyPr vert="eaVert"/>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539750" y="304800"/>
            <a:ext cx="5875338" cy="5932488"/>
          </a:xfr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灯片编号占位符 3"/>
          <p:cNvSpPr>
            <a:spLocks noGrp="1"/>
          </p:cNvSpPr>
          <p:nvPr>
            <p:ph type="sldNum" sz="quarter" idx="10"/>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27B68A4D-AF79-4014-9EE1-6F6994353DDF}" type="slidenum">
              <a:rPr kumimoji="0" lang="zh-CN" altLang="en-US"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fld>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ltHorz">
          <a:fgClr>
            <a:schemeClr val="bg2"/>
          </a:fgClr>
          <a:bgClr>
            <a:schemeClr val="bg1"/>
          </a:bgClr>
        </a:pattFill>
        <a:effectLst/>
      </p:bgPr>
    </p:bg>
    <p:spTree>
      <p:nvGrpSpPr>
        <p:cNvPr id="1" name=""/>
        <p:cNvGrpSpPr/>
        <p:nvPr/>
      </p:nvGrpSpPr>
      <p:grpSpPr/>
      <p:sp>
        <p:nvSpPr>
          <p:cNvPr id="1026" name="Rectangle 2"/>
          <p:cNvSpPr>
            <a:spLocks noGrp="1"/>
          </p:cNvSpPr>
          <p:nvPr>
            <p:ph type="title"/>
          </p:nvPr>
        </p:nvSpPr>
        <p:spPr>
          <a:xfrm>
            <a:off x="574675" y="304800"/>
            <a:ext cx="8001000" cy="1216025"/>
          </a:xfrm>
          <a:prstGeom prst="rect">
            <a:avLst/>
          </a:prstGeom>
          <a:noFill/>
          <a:ln w="9525">
            <a:noFill/>
          </a:ln>
        </p:spPr>
        <p:txBody>
          <a:bodyPr anchor="b" anchorCtr="0"/>
          <a:p>
            <a:pPr lvl="0"/>
            <a:r>
              <a:rPr lang="zh-CN" altLang="en-US" dirty="0"/>
              <a:t>单击此处编辑母版标题样式</a:t>
            </a:r>
            <a:endParaRPr lang="zh-CN" altLang="en-US" dirty="0"/>
          </a:p>
        </p:txBody>
      </p:sp>
      <p:sp>
        <p:nvSpPr>
          <p:cNvPr id="1027" name="Rectangle 3"/>
          <p:cNvSpPr>
            <a:spLocks noGrp="1"/>
          </p:cNvSpPr>
          <p:nvPr>
            <p:ph type="body"/>
          </p:nvPr>
        </p:nvSpPr>
        <p:spPr>
          <a:xfrm>
            <a:off x="539750" y="1773238"/>
            <a:ext cx="8001000" cy="4464050"/>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028" name="AutoShape 4"/>
          <p:cNvSpPr/>
          <p:nvPr/>
        </p:nvSpPr>
        <p:spPr>
          <a:xfrm>
            <a:off x="609600" y="1566863"/>
            <a:ext cx="7958138" cy="109537"/>
          </a:xfrm>
          <a:custGeom>
            <a:avLst/>
            <a:gdLst/>
            <a:ahLst/>
            <a:cxnLst>
              <a:cxn ang="0">
                <a:pos x="0" y="0"/>
              </a:cxn>
              <a:cxn ang="0">
                <a:pos x="4655511" y="0"/>
              </a:cxn>
              <a:cxn ang="0">
                <a:pos x="4655511" y="109537"/>
              </a:cxn>
              <a:cxn ang="0">
                <a:pos x="0" y="109537"/>
              </a:cxn>
              <a:cxn ang="0">
                <a:pos x="0" y="0"/>
              </a:cxn>
              <a:cxn ang="0">
                <a:pos x="0" y="0"/>
              </a:cxn>
              <a:cxn ang="0">
                <a:pos x="7958138" y="0"/>
              </a:cxn>
            </a:cxnLst>
            <a:pathLst>
              <a:path w="1000" h="1000" stroke="0">
                <a:moveTo>
                  <a:pt x="0" y="0"/>
                </a:moveTo>
                <a:lnTo>
                  <a:pt x="585" y="0"/>
                </a:lnTo>
                <a:lnTo>
                  <a:pt x="585" y="1000"/>
                </a:lnTo>
                <a:lnTo>
                  <a:pt x="0" y="1000"/>
                </a:lnTo>
                <a:lnTo>
                  <a:pt x="0" y="0"/>
                </a:lnTo>
                <a:close/>
              </a:path>
              <a:path w="1000" h="1000">
                <a:moveTo>
                  <a:pt x="0" y="0"/>
                </a:moveTo>
                <a:lnTo>
                  <a:pt x="1000" y="0"/>
                </a:lnTo>
              </a:path>
            </a:pathLst>
          </a:custGeom>
          <a:solidFill>
            <a:schemeClr val="accent2">
              <a:alpha val="100000"/>
            </a:schemeClr>
          </a:solidFill>
          <a:ln w="9525" cap="flat" cmpd="sng">
            <a:solidFill>
              <a:schemeClr val="accent2">
                <a:alpha val="100000"/>
              </a:schemeClr>
            </a:solidFill>
            <a:prstDash val="solid"/>
            <a:round/>
            <a:headEnd type="none" w="med" len="med"/>
            <a:tailEnd type="none" w="med" len="med"/>
          </a:ln>
        </p:spPr>
        <p:txBody>
          <a:bodyPr/>
          <a:p>
            <a:endParaRPr lang="zh-CN" altLang="en-US"/>
          </a:p>
        </p:txBody>
      </p:sp>
      <p:sp>
        <p:nvSpPr>
          <p:cNvPr id="1029" name="Line 5"/>
          <p:cNvSpPr/>
          <p:nvPr/>
        </p:nvSpPr>
        <p:spPr>
          <a:xfrm flipV="1">
            <a:off x="611188" y="6308725"/>
            <a:ext cx="7924800" cy="0"/>
          </a:xfrm>
          <a:prstGeom prst="line">
            <a:avLst/>
          </a:prstGeom>
          <a:ln w="3175" cap="flat" cmpd="sng">
            <a:solidFill>
              <a:schemeClr val="accent2"/>
            </a:solidFill>
            <a:prstDash val="solid"/>
            <a:headEnd type="none" w="med" len="med"/>
            <a:tailEnd type="none" w="med" len="med"/>
          </a:ln>
        </p:spPr>
      </p:sp>
      <p:sp>
        <p:nvSpPr>
          <p:cNvPr id="382984" name="Rectangle 8"/>
          <p:cNvSpPr>
            <a:spLocks noGrp="1" noChangeArrowheads="1"/>
          </p:cNvSpPr>
          <p:nvPr>
            <p:ph type="sldNum" sz="quarter" idx="4"/>
          </p:nvPr>
        </p:nvSpPr>
        <p:spPr bwMode="auto">
          <a:xfrm>
            <a:off x="7162800" y="6381750"/>
            <a:ext cx="1981200" cy="47625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200"/>
            </a:lvl1pPr>
          </a:lstStyle>
          <a:p>
            <a:pPr marL="0" marR="0" lvl="0" indent="0" algn="r" defTabSz="914400" rtl="0" eaLnBrk="1" fontAlgn="base" latinLnBrk="0" hangingPunct="1">
              <a:lnSpc>
                <a:spcPct val="100000"/>
              </a:lnSpc>
              <a:spcBef>
                <a:spcPct val="0"/>
              </a:spcBef>
              <a:spcAft>
                <a:spcPct val="0"/>
              </a:spcAft>
              <a:buClrTx/>
              <a:buSzTx/>
              <a:buFontTx/>
              <a:buNone/>
              <a:defRPr/>
            </a:pPr>
            <a:fld id="{27B68A4D-AF79-4014-9EE1-6F6994353DDF}" type="slidenum">
              <a:rPr kumimoji="0" lang="zh-CN" altLang="en-US"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rPr>
            </a:fld>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hf sldNum="0" hdr="0" ftr="0" dt="0"/>
  <p:txStyles>
    <p:title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2pPr>
      <a:lvl3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3pPr>
      <a:lvl4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4pPr>
      <a:lvl5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5pPr>
      <a:lvl6pPr marL="4572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6pPr>
      <a:lvl7pPr marL="9144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7pPr>
      <a:lvl8pPr marL="13716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8pPr>
      <a:lvl9pPr marL="18288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9pPr>
    </p:titleStyle>
    <p:body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2" name="日期占位符 3"/>
          <p:cNvSpPr txBox="1">
            <a:spLocks noGrp="1"/>
          </p:cNvSpPr>
          <p:nvPr>
            <p:ph type="dt" sz="half"/>
          </p:nvPr>
        </p:nvSpPr>
        <p:spPr>
          <a:xfrm>
            <a:off x="7162800" y="6381750"/>
            <a:ext cx="1981200" cy="476250"/>
          </a:xfrm>
          <a:prstGeom prst="rect">
            <a:avLst/>
          </a:prstGeom>
          <a:noFill/>
          <a:ln w="9525">
            <a:noFill/>
          </a:ln>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fld id="{BB962C8B-B14F-4D97-AF65-F5344CB8AC3E}" type="datetime1">
              <a:rPr lang="zh-CN" altLang="en-US" sz="1200" dirty="0"/>
            </a:fld>
            <a:endParaRPr lang="zh-CN" altLang="en-US" sz="1200" dirty="0"/>
          </a:p>
        </p:txBody>
      </p:sp>
      <p:sp>
        <p:nvSpPr>
          <p:cNvPr id="5123" name="页脚占位符 4"/>
          <p:cNvSpPr txBox="1">
            <a:spLocks noGrp="1"/>
          </p:cNvSpPr>
          <p:nvPr>
            <p:ph type="ftr" sz="quarter"/>
          </p:nvPr>
        </p:nvSpPr>
        <p:spPr>
          <a:xfrm>
            <a:off x="3151188" y="6313488"/>
            <a:ext cx="2895600" cy="457200"/>
          </a:xfrm>
          <a:prstGeom prst="rect">
            <a:avLst/>
          </a:prstGeom>
          <a:noFill/>
          <a:ln w="9525">
            <a:noFill/>
          </a:ln>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eaLnBrk="1" hangingPunct="1"/>
            <a:r>
              <a:rPr lang="zh-CN" altLang="en-US" dirty="0"/>
              <a:t>UML系统建模与分析设计</a:t>
            </a:r>
            <a:endParaRPr lang="zh-CN" altLang="zh-CN" dirty="0"/>
          </a:p>
        </p:txBody>
      </p:sp>
      <p:sp>
        <p:nvSpPr>
          <p:cNvPr id="5124" name="灯片编号占位符 5"/>
          <p:cNvSpPr txBox="1">
            <a:spLocks noGrp="1"/>
          </p:cNvSpPr>
          <p:nvPr>
            <p:ph type="sldNum" sz="quarter" idx="10"/>
          </p:nvPr>
        </p:nvSpPr>
        <p:spPr>
          <a:xfrm>
            <a:off x="6580188" y="6313488"/>
            <a:ext cx="1905000" cy="457200"/>
          </a:xfrm>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fld id="{9A0DB2DC-4C9A-4742-B13C-FB6460FD3503}" type="slidenum">
              <a:rPr lang="zh-CN" altLang="en-US" sz="1200" dirty="0"/>
            </a:fld>
            <a:endParaRPr lang="zh-CN" altLang="en-US" sz="1200" dirty="0"/>
          </a:p>
        </p:txBody>
      </p:sp>
      <p:sp>
        <p:nvSpPr>
          <p:cNvPr id="5125" name="Rectangle 9"/>
          <p:cNvSpPr/>
          <p:nvPr/>
        </p:nvSpPr>
        <p:spPr>
          <a:xfrm>
            <a:off x="0" y="571500"/>
            <a:ext cx="8763000" cy="801688"/>
          </a:xfrm>
          <a:prstGeom prst="rect">
            <a:avLst/>
          </a:prstGeom>
          <a:noFill/>
          <a:ln w="9525">
            <a:noFill/>
          </a:ln>
        </p:spPr>
        <p:txBody>
          <a:bodyPr anchor="b" anchorCtr="0"/>
          <a:p>
            <a:pPr algn="ctr" eaLnBrk="1" hangingPunct="1"/>
            <a:r>
              <a:rPr lang="zh-CN" altLang="en-US" sz="3600" b="1" dirty="0">
                <a:latin typeface="黑体" panose="02010609060101010101" pitchFamily="49" charset="-122"/>
                <a:ea typeface="黑体" panose="02010609060101010101" pitchFamily="49" charset="-122"/>
              </a:rPr>
              <a:t>第六讲 系统设计与对象动态交互模型</a:t>
            </a:r>
            <a:endParaRPr lang="zh-CN" altLang="en-US" sz="3600" b="1" dirty="0">
              <a:latin typeface="黑体" panose="02010609060101010101" pitchFamily="49" charset="-122"/>
              <a:ea typeface="黑体" panose="02010609060101010101" pitchFamily="49" charset="-122"/>
            </a:endParaRPr>
          </a:p>
        </p:txBody>
      </p:sp>
      <p:sp>
        <p:nvSpPr>
          <p:cNvPr id="5126" name="Text Box 10"/>
          <p:cNvSpPr txBox="1"/>
          <p:nvPr/>
        </p:nvSpPr>
        <p:spPr>
          <a:xfrm>
            <a:off x="571500" y="1714500"/>
            <a:ext cx="8281988" cy="4332288"/>
          </a:xfrm>
          <a:prstGeom prst="rect">
            <a:avLst/>
          </a:prstGeom>
          <a:noFill/>
          <a:ln w="9525">
            <a:noFill/>
          </a:ln>
        </p:spPr>
        <p:txBody>
          <a:bodyPr>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5pPr>
          </a:lstStyle>
          <a:p>
            <a:pPr marL="0" lvl="0" indent="0" eaLnBrk="1" hangingPunct="1">
              <a:lnSpc>
                <a:spcPct val="112000"/>
              </a:lnSpc>
              <a:spcBef>
                <a:spcPct val="0"/>
              </a:spcBef>
              <a:buClrTx/>
              <a:buFontTx/>
              <a:buNone/>
            </a:pPr>
            <a:r>
              <a:rPr lang="zh-CN" altLang="en-US" sz="3600" b="1" i="1" dirty="0">
                <a:latin typeface="宋体" panose="02010600030101010101" pitchFamily="2" charset="-122"/>
              </a:rPr>
              <a:t>本章目的：</a:t>
            </a:r>
            <a:endParaRPr lang="zh-CN" altLang="en-US" sz="3600" b="1" i="1" dirty="0">
              <a:latin typeface="宋体" panose="02010600030101010101" pitchFamily="2" charset="-122"/>
            </a:endParaRPr>
          </a:p>
          <a:p>
            <a:pPr marL="914400" lvl="2" indent="0" eaLnBrk="1" hangingPunct="1">
              <a:lnSpc>
                <a:spcPct val="120000"/>
              </a:lnSpc>
              <a:spcBef>
                <a:spcPct val="0"/>
              </a:spcBef>
              <a:buClrTx/>
              <a:buFontTx/>
              <a:buChar char="•"/>
            </a:pPr>
            <a:r>
              <a:rPr lang="zh-CN" altLang="en-US" sz="2800" b="1" dirty="0">
                <a:latin typeface="宋体" panose="02010600030101010101" pitchFamily="2" charset="-122"/>
              </a:rPr>
              <a:t>了解</a:t>
            </a:r>
            <a:r>
              <a:rPr lang="en-US" altLang="zh-CN" sz="2800" b="1" dirty="0">
                <a:latin typeface="宋体" panose="02010600030101010101" pitchFamily="2" charset="-122"/>
              </a:rPr>
              <a:t>UML</a:t>
            </a:r>
            <a:r>
              <a:rPr lang="zh-CN" altLang="en-US" sz="2800" b="1" dirty="0">
                <a:latin typeface="宋体" panose="02010600030101010101" pitchFamily="2" charset="-122"/>
              </a:rPr>
              <a:t>软件开发的系统设计方法与技术</a:t>
            </a:r>
            <a:endParaRPr lang="zh-CN" altLang="en-US" sz="2800" b="1" dirty="0">
              <a:latin typeface="宋体" panose="02010600030101010101" pitchFamily="2" charset="-122"/>
            </a:endParaRPr>
          </a:p>
          <a:p>
            <a:pPr marL="914400" lvl="2" indent="0" eaLnBrk="1" hangingPunct="1">
              <a:lnSpc>
                <a:spcPct val="120000"/>
              </a:lnSpc>
              <a:spcBef>
                <a:spcPct val="0"/>
              </a:spcBef>
              <a:buClrTx/>
              <a:buFontTx/>
              <a:buChar char="•"/>
            </a:pPr>
            <a:r>
              <a:rPr lang="zh-CN" altLang="en-US" sz="2800" b="1" dirty="0">
                <a:latin typeface="宋体" panose="02010600030101010101" pitchFamily="2" charset="-122"/>
              </a:rPr>
              <a:t>掌握系统设计规格说明报告文档书写格式</a:t>
            </a:r>
            <a:endParaRPr lang="zh-CN" altLang="en-US" sz="2800" b="1" dirty="0">
              <a:latin typeface="宋体" panose="02010600030101010101" pitchFamily="2" charset="-122"/>
            </a:endParaRPr>
          </a:p>
          <a:p>
            <a:pPr marL="914400" lvl="2" indent="0" eaLnBrk="1" hangingPunct="1">
              <a:lnSpc>
                <a:spcPct val="120000"/>
              </a:lnSpc>
              <a:spcBef>
                <a:spcPct val="0"/>
              </a:spcBef>
              <a:buClrTx/>
              <a:buFontTx/>
              <a:buChar char="•"/>
            </a:pPr>
            <a:r>
              <a:rPr lang="zh-CN" altLang="en-US" sz="2800" b="1" dirty="0">
                <a:latin typeface="宋体" panose="02010600030101010101" pitchFamily="2" charset="-122"/>
              </a:rPr>
              <a:t>掌握</a:t>
            </a:r>
            <a:r>
              <a:rPr lang="en-US" altLang="zh-CN" sz="2800" b="1" dirty="0">
                <a:latin typeface="宋体" panose="02010600030101010101" pitchFamily="2" charset="-122"/>
              </a:rPr>
              <a:t>UML</a:t>
            </a:r>
            <a:r>
              <a:rPr lang="zh-CN" altLang="en-US" sz="2800" b="1" dirty="0">
                <a:latin typeface="宋体" panose="02010600030101010101" pitchFamily="2" charset="-122"/>
              </a:rPr>
              <a:t>中顺序图的描述方法</a:t>
            </a:r>
            <a:endParaRPr lang="zh-CN" altLang="en-US" sz="2800" b="1" dirty="0">
              <a:latin typeface="宋体" panose="02010600030101010101" pitchFamily="2" charset="-122"/>
            </a:endParaRPr>
          </a:p>
          <a:p>
            <a:pPr marL="914400" lvl="2" indent="0" eaLnBrk="1" hangingPunct="1">
              <a:lnSpc>
                <a:spcPct val="120000"/>
              </a:lnSpc>
              <a:spcBef>
                <a:spcPct val="0"/>
              </a:spcBef>
              <a:buClrTx/>
              <a:buFontTx/>
              <a:buChar char="•"/>
            </a:pPr>
            <a:r>
              <a:rPr lang="zh-CN" altLang="en-US" sz="2800" b="1" dirty="0">
                <a:latin typeface="宋体" panose="02010600030101010101" pitchFamily="2" charset="-122"/>
              </a:rPr>
              <a:t>掌握同步消息和异步消息的定义和描述方法</a:t>
            </a:r>
            <a:endParaRPr lang="zh-CN" altLang="en-US" sz="2800" b="1" dirty="0">
              <a:latin typeface="宋体" panose="02010600030101010101" pitchFamily="2" charset="-122"/>
            </a:endParaRPr>
          </a:p>
          <a:p>
            <a:pPr marL="914400" lvl="2" indent="0" eaLnBrk="1" hangingPunct="1">
              <a:lnSpc>
                <a:spcPct val="120000"/>
              </a:lnSpc>
              <a:spcBef>
                <a:spcPct val="0"/>
              </a:spcBef>
              <a:buClrTx/>
              <a:buFontTx/>
              <a:buChar char="•"/>
            </a:pPr>
            <a:r>
              <a:rPr lang="zh-CN" altLang="en-US" sz="2800" b="1" dirty="0">
                <a:latin typeface="宋体" panose="02010600030101010101" pitchFamily="2" charset="-122"/>
              </a:rPr>
              <a:t>掌握</a:t>
            </a:r>
            <a:r>
              <a:rPr lang="en-US" altLang="zh-CN" sz="2800" b="1" dirty="0">
                <a:latin typeface="宋体" panose="02010600030101010101" pitchFamily="2" charset="-122"/>
              </a:rPr>
              <a:t>UML</a:t>
            </a:r>
            <a:r>
              <a:rPr lang="zh-CN" altLang="en-US" sz="2800" b="1" dirty="0">
                <a:latin typeface="宋体" panose="02010600030101010101" pitchFamily="2" charset="-122"/>
              </a:rPr>
              <a:t>中合作图的描述方法</a:t>
            </a:r>
            <a:endParaRPr lang="zh-CN" altLang="en-US" sz="2800" b="1" dirty="0">
              <a:latin typeface="宋体" panose="02010600030101010101" pitchFamily="2" charset="-122"/>
            </a:endParaRPr>
          </a:p>
          <a:p>
            <a:pPr marL="914400" lvl="2" indent="0" eaLnBrk="1" hangingPunct="1">
              <a:lnSpc>
                <a:spcPct val="120000"/>
              </a:lnSpc>
              <a:spcBef>
                <a:spcPct val="0"/>
              </a:spcBef>
              <a:buClrTx/>
              <a:buFontTx/>
              <a:buChar char="•"/>
            </a:pPr>
            <a:r>
              <a:rPr lang="zh-CN" altLang="en-US" sz="2800" b="1" dirty="0">
                <a:latin typeface="宋体" panose="02010600030101010101" pitchFamily="2" charset="-122"/>
              </a:rPr>
              <a:t>掌握利用顺序图与合作图建立动态交互模型</a:t>
            </a:r>
            <a:endParaRPr lang="zh-CN" altLang="en-US" sz="2800" b="1" dirty="0">
              <a:latin typeface="宋体" panose="02010600030101010101" pitchFamily="2" charset="-122"/>
            </a:endParaRPr>
          </a:p>
          <a:p>
            <a:pPr marL="914400" lvl="2" indent="0" eaLnBrk="1" hangingPunct="1">
              <a:lnSpc>
                <a:spcPct val="120000"/>
              </a:lnSpc>
              <a:spcBef>
                <a:spcPct val="0"/>
              </a:spcBef>
              <a:buClrTx/>
              <a:buFontTx/>
              <a:buNone/>
            </a:pPr>
            <a:r>
              <a:rPr lang="zh-CN" altLang="en-US" sz="2800" b="1" dirty="0">
                <a:latin typeface="宋体" panose="02010600030101010101" pitchFamily="2" charset="-122"/>
              </a:rPr>
              <a:t> 的方法步骤</a:t>
            </a:r>
            <a:endParaRPr lang="zh-CN" altLang="en-US" sz="2800" b="1" dirty="0">
              <a:latin typeface="宋体" panose="02010600030101010101" pitchFamily="2" charset="-122"/>
            </a:endParaRPr>
          </a:p>
        </p:txBody>
      </p:sp>
    </p:spTree>
  </p:cSld>
  <p:clrMapOvr>
    <a:masterClrMapping/>
  </p:clrMapOvr>
  <p:transition>
    <p:cut thruBlk="1"/>
    <p:sndAc>
      <p:stSnd>
        <p:snd r:embed="rId1" name="CAMERA.WAV"/>
      </p:stSnd>
    </p:sndAc>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6" name="日期占位符 3"/>
          <p:cNvSpPr txBox="1">
            <a:spLocks noGrp="1"/>
          </p:cNvSpPr>
          <p:nvPr>
            <p:ph type="dt" sz="half"/>
          </p:nvPr>
        </p:nvSpPr>
        <p:spPr>
          <a:xfrm>
            <a:off x="7162800" y="6381750"/>
            <a:ext cx="1981200" cy="476250"/>
          </a:xfrm>
          <a:prstGeom prst="rect">
            <a:avLst/>
          </a:prstGeom>
          <a:noFill/>
          <a:ln w="9525">
            <a:noFill/>
          </a:ln>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fld id="{BB962C8B-B14F-4D97-AF65-F5344CB8AC3E}" type="datetime1">
              <a:rPr lang="zh-CN" altLang="en-US" sz="1200" dirty="0"/>
            </a:fld>
            <a:endParaRPr lang="zh-CN" altLang="en-US" sz="1200" dirty="0"/>
          </a:p>
        </p:txBody>
      </p:sp>
      <p:sp>
        <p:nvSpPr>
          <p:cNvPr id="6147" name="页脚占位符 4"/>
          <p:cNvSpPr txBox="1">
            <a:spLocks noGrp="1"/>
          </p:cNvSpPr>
          <p:nvPr>
            <p:ph type="ftr" sz="quarter"/>
          </p:nvPr>
        </p:nvSpPr>
        <p:spPr>
          <a:xfrm>
            <a:off x="3151188" y="6313488"/>
            <a:ext cx="2895600" cy="457200"/>
          </a:xfrm>
          <a:prstGeom prst="rect">
            <a:avLst/>
          </a:prstGeom>
          <a:noFill/>
          <a:ln w="9525">
            <a:noFill/>
          </a:ln>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eaLnBrk="1" hangingPunct="1"/>
            <a:r>
              <a:rPr lang="zh-CN" altLang="en-US" dirty="0"/>
              <a:t>UML系统建模与分析设计</a:t>
            </a:r>
            <a:endParaRPr lang="zh-CN" altLang="zh-CN" dirty="0"/>
          </a:p>
        </p:txBody>
      </p:sp>
      <p:sp>
        <p:nvSpPr>
          <p:cNvPr id="6148" name="灯片编号占位符 5"/>
          <p:cNvSpPr txBox="1">
            <a:spLocks noGrp="1"/>
          </p:cNvSpPr>
          <p:nvPr>
            <p:ph type="sldNum" sz="quarter" idx="10"/>
          </p:nvPr>
        </p:nvSpPr>
        <p:spPr>
          <a:xfrm>
            <a:off x="6580188" y="6313488"/>
            <a:ext cx="1905000" cy="457200"/>
          </a:xfrm>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fld id="{9A0DB2DC-4C9A-4742-B13C-FB6460FD3503}" type="slidenum">
              <a:rPr lang="zh-CN" altLang="en-US" sz="1200" dirty="0"/>
            </a:fld>
            <a:endParaRPr lang="zh-CN" altLang="en-US" sz="1200" dirty="0"/>
          </a:p>
        </p:txBody>
      </p:sp>
      <p:sp>
        <p:nvSpPr>
          <p:cNvPr id="6149" name="Rectangle 2"/>
          <p:cNvSpPr>
            <a:spLocks noGrp="1"/>
          </p:cNvSpPr>
          <p:nvPr>
            <p:ph type="title"/>
          </p:nvPr>
        </p:nvSpPr>
        <p:spPr>
          <a:xfrm>
            <a:off x="730250" y="620713"/>
            <a:ext cx="7772400" cy="641350"/>
          </a:xfrm>
        </p:spPr>
        <p:txBody>
          <a:bodyPr vert="horz" wrap="square" lIns="91440" tIns="45720" rIns="91440" bIns="45720" anchor="b" anchorCtr="0"/>
          <a:p>
            <a:r>
              <a:rPr lang="en-US" altLang="zh-CN" sz="4000" b="1" dirty="0">
                <a:solidFill>
                  <a:srgbClr val="FF0000"/>
                </a:solidFill>
                <a:latin typeface="宋体" panose="02010600030101010101" pitchFamily="2" charset="-122"/>
              </a:rPr>
              <a:t>6.1 </a:t>
            </a:r>
            <a:r>
              <a:rPr lang="zh-CN" altLang="en-US" sz="4000" b="1" dirty="0">
                <a:solidFill>
                  <a:srgbClr val="FF0000"/>
                </a:solidFill>
                <a:latin typeface="宋体" panose="02010600030101010101" pitchFamily="2" charset="-122"/>
              </a:rPr>
              <a:t>系统设计</a:t>
            </a:r>
            <a:endParaRPr lang="zh-CN" altLang="en-US" sz="4000" b="1" dirty="0">
              <a:solidFill>
                <a:srgbClr val="FF0000"/>
              </a:solidFill>
              <a:latin typeface="宋体" panose="02010600030101010101" pitchFamily="2" charset="-122"/>
            </a:endParaRPr>
          </a:p>
        </p:txBody>
      </p:sp>
      <p:sp>
        <p:nvSpPr>
          <p:cNvPr id="6150" name="Rectangle 3"/>
          <p:cNvSpPr>
            <a:spLocks noGrp="1"/>
          </p:cNvSpPr>
          <p:nvPr>
            <p:ph idx="1"/>
          </p:nvPr>
        </p:nvSpPr>
        <p:spPr>
          <a:xfrm>
            <a:off x="395288" y="1741488"/>
            <a:ext cx="8424862" cy="4114800"/>
          </a:xfrm>
        </p:spPr>
        <p:txBody>
          <a:bodyPr vert="horz" wrap="square" lIns="91440" tIns="45720" rIns="91440" bIns="45720" anchor="t" anchorCtr="0"/>
          <a:p>
            <a:pPr>
              <a:lnSpc>
                <a:spcPct val="120000"/>
              </a:lnSpc>
              <a:spcBef>
                <a:spcPct val="0"/>
              </a:spcBef>
              <a:buFont typeface="Wingdings" panose="05000000000000000000" pitchFamily="2" charset="2"/>
              <a:buChar char="p"/>
            </a:pPr>
            <a:r>
              <a:rPr lang="zh-CN" altLang="en-US" sz="2800" dirty="0"/>
              <a:t>系统设计是</a:t>
            </a:r>
            <a:r>
              <a:rPr lang="en-US" altLang="zh-CN" sz="2800" dirty="0"/>
              <a:t>UML</a:t>
            </a:r>
            <a:r>
              <a:rPr lang="zh-CN" altLang="en-US" sz="2800" dirty="0"/>
              <a:t>软件开发活动最重要的内容之一，是对系统分析设计阶段产生的模型进一步的细化和完善。在</a:t>
            </a:r>
            <a:r>
              <a:rPr lang="en-US" altLang="zh-CN" sz="2800" dirty="0"/>
              <a:t>UML</a:t>
            </a:r>
            <a:r>
              <a:rPr lang="zh-CN" altLang="en-US" sz="2800" dirty="0"/>
              <a:t>的系统分析和系统设计阶段都会涉及对象类的动态模型，</a:t>
            </a:r>
            <a:r>
              <a:rPr lang="zh-CN" altLang="en-US" sz="2800" dirty="0">
                <a:solidFill>
                  <a:srgbClr val="0A06B0"/>
                </a:solidFill>
              </a:rPr>
              <a:t>动态模型用来描述系统的动态行为，分为状态模型和交互模型，显示对象在系统运行期间不同时刻的动态交互，</a:t>
            </a:r>
            <a:r>
              <a:rPr lang="zh-CN" altLang="en-US" sz="2800" dirty="0">
                <a:solidFill>
                  <a:srgbClr val="FF0000"/>
                </a:solidFill>
              </a:rPr>
              <a:t>在</a:t>
            </a:r>
            <a:r>
              <a:rPr lang="en-US" altLang="zh-CN" sz="2800" dirty="0">
                <a:solidFill>
                  <a:srgbClr val="FF0000"/>
                </a:solidFill>
              </a:rPr>
              <a:t>UML</a:t>
            </a:r>
            <a:r>
              <a:rPr lang="zh-CN" altLang="en-US" sz="2800" dirty="0">
                <a:solidFill>
                  <a:srgbClr val="FF0000"/>
                </a:solidFill>
              </a:rPr>
              <a:t>当中用顺序图和合作图为交互模型建模用状态图和活动图为状态模型建模。</a:t>
            </a:r>
            <a:br>
              <a:rPr lang="zh-CN" altLang="en-US" sz="2800" dirty="0">
                <a:solidFill>
                  <a:srgbClr val="FF0000"/>
                </a:solidFill>
              </a:rPr>
            </a:br>
            <a:endParaRPr lang="zh-CN" altLang="en-US" sz="2800" dirty="0">
              <a:solidFill>
                <a:srgbClr val="FF0000"/>
              </a:solidFill>
            </a:endParaRPr>
          </a:p>
          <a:p>
            <a:pPr>
              <a:buFontTx/>
              <a:buNone/>
            </a:pPr>
            <a:endParaRPr lang="zh-CN" altLang="en-US" b="1" dirty="0">
              <a:latin typeface="宋体" panose="02010600030101010101" pitchFamily="2" charset="-122"/>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日期占位符 3"/>
          <p:cNvSpPr txBox="1">
            <a:spLocks noGrp="1"/>
          </p:cNvSpPr>
          <p:nvPr>
            <p:ph type="dt" sz="half"/>
          </p:nvPr>
        </p:nvSpPr>
        <p:spPr>
          <a:xfrm>
            <a:off x="7162800" y="6381750"/>
            <a:ext cx="1981200" cy="476250"/>
          </a:xfrm>
          <a:prstGeom prst="rect">
            <a:avLst/>
          </a:prstGeom>
          <a:noFill/>
          <a:ln w="9525">
            <a:noFill/>
          </a:ln>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fld id="{BB962C8B-B14F-4D97-AF65-F5344CB8AC3E}" type="datetime1">
              <a:rPr lang="zh-CN" altLang="en-US" sz="1200" dirty="0"/>
            </a:fld>
            <a:endParaRPr lang="zh-CN" altLang="en-US" sz="1200" dirty="0"/>
          </a:p>
        </p:txBody>
      </p:sp>
      <p:sp>
        <p:nvSpPr>
          <p:cNvPr id="7171" name="灯片编号占位符 5"/>
          <p:cNvSpPr txBox="1">
            <a:spLocks noGrp="1"/>
          </p:cNvSpPr>
          <p:nvPr>
            <p:ph type="sldNum" sz="quarter" idx="10"/>
          </p:nvPr>
        </p:nvSpPr>
        <p:spPr>
          <a:xfrm>
            <a:off x="6580188" y="6313488"/>
            <a:ext cx="1905000" cy="457200"/>
          </a:xfrm>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fld id="{9A0DB2DC-4C9A-4742-B13C-FB6460FD3503}" type="slidenum">
              <a:rPr lang="zh-CN" altLang="en-US" sz="1200" dirty="0"/>
            </a:fld>
            <a:endParaRPr lang="zh-CN" altLang="en-US" sz="1200" dirty="0"/>
          </a:p>
        </p:txBody>
      </p:sp>
      <p:sp>
        <p:nvSpPr>
          <p:cNvPr id="7172" name="Rectangle 2"/>
          <p:cNvSpPr>
            <a:spLocks noGrp="1"/>
          </p:cNvSpPr>
          <p:nvPr>
            <p:ph type="title"/>
          </p:nvPr>
        </p:nvSpPr>
        <p:spPr>
          <a:xfrm>
            <a:off x="179388" y="260350"/>
            <a:ext cx="7772400" cy="641350"/>
          </a:xfrm>
        </p:spPr>
        <p:txBody>
          <a:bodyPr vert="horz" wrap="square" lIns="91440" tIns="45720" rIns="91440" bIns="45720" anchor="b" anchorCtr="0"/>
          <a:p>
            <a:br>
              <a:rPr lang="en-US" altLang="zh-CN" sz="4000" b="1" dirty="0">
                <a:solidFill>
                  <a:srgbClr val="FF0000"/>
                </a:solidFill>
                <a:latin typeface="宋体" panose="02010600030101010101" pitchFamily="2" charset="-122"/>
              </a:rPr>
            </a:br>
            <a:r>
              <a:rPr lang="en-US" altLang="zh-CN" sz="4000" b="1" dirty="0">
                <a:solidFill>
                  <a:srgbClr val="FF0000"/>
                </a:solidFill>
                <a:latin typeface="宋体" panose="02010600030101010101" pitchFamily="2" charset="-122"/>
              </a:rPr>
              <a:t>6.1.1  </a:t>
            </a:r>
            <a:r>
              <a:rPr lang="zh-CN" altLang="en-US" sz="4000" b="1" dirty="0">
                <a:solidFill>
                  <a:srgbClr val="FF0000"/>
                </a:solidFill>
                <a:latin typeface="宋体" panose="02010600030101010101" pitchFamily="2" charset="-122"/>
              </a:rPr>
              <a:t>反复迭代的系统设计方式</a:t>
            </a:r>
            <a:endParaRPr lang="zh-CN" altLang="en-US" sz="4000" b="1" dirty="0">
              <a:solidFill>
                <a:srgbClr val="FF0000"/>
              </a:solidFill>
              <a:latin typeface="宋体" panose="02010600030101010101" pitchFamily="2" charset="-122"/>
            </a:endParaRPr>
          </a:p>
        </p:txBody>
      </p:sp>
      <p:sp>
        <p:nvSpPr>
          <p:cNvPr id="7173" name="Rectangle 3"/>
          <p:cNvSpPr>
            <a:spLocks noGrp="1"/>
          </p:cNvSpPr>
          <p:nvPr>
            <p:ph idx="1"/>
          </p:nvPr>
        </p:nvSpPr>
        <p:spPr>
          <a:xfrm>
            <a:off x="179388" y="1700213"/>
            <a:ext cx="8424862" cy="4114800"/>
          </a:xfrm>
          <a:solidFill>
            <a:schemeClr val="bg1">
              <a:alpha val="100000"/>
            </a:schemeClr>
          </a:solidFill>
        </p:spPr>
        <p:txBody>
          <a:bodyPr vert="horz" wrap="square" lIns="91440" tIns="45720" rIns="91440" bIns="45720" anchor="t" anchorCtr="0"/>
          <a:p>
            <a:pPr>
              <a:lnSpc>
                <a:spcPct val="125000"/>
              </a:lnSpc>
              <a:spcBef>
                <a:spcPct val="0"/>
              </a:spcBef>
              <a:buFont typeface="Wingdings" panose="05000000000000000000" pitchFamily="2" charset="2"/>
              <a:buChar char="p"/>
            </a:pPr>
            <a:r>
              <a:rPr lang="zh-CN" altLang="en-US" sz="2800" dirty="0"/>
              <a:t>在对系统进行详细分析之后就可以转入系统设计阶段，</a:t>
            </a:r>
            <a:r>
              <a:rPr lang="zh-CN" altLang="en-US" sz="2800" dirty="0">
                <a:solidFill>
                  <a:srgbClr val="0070C0"/>
                </a:solidFill>
              </a:rPr>
              <a:t>在系统分析阶段建立的对象静态模型、对象动态模型基础上，根据系统需要，选择适当的开发环境，对这些模型进行更加详细的设计补充和完善。</a:t>
            </a:r>
            <a:endParaRPr lang="en-US" altLang="zh-CN" sz="2800" dirty="0">
              <a:solidFill>
                <a:srgbClr val="0070C0"/>
              </a:solidFill>
            </a:endParaRPr>
          </a:p>
          <a:p>
            <a:pPr>
              <a:lnSpc>
                <a:spcPct val="125000"/>
              </a:lnSpc>
              <a:spcBef>
                <a:spcPct val="0"/>
              </a:spcBef>
              <a:buFont typeface="Wingdings" panose="05000000000000000000" pitchFamily="2" charset="2"/>
              <a:buChar char="p"/>
            </a:pPr>
            <a:r>
              <a:rPr lang="zh-CN" altLang="en-US" sz="2800" dirty="0"/>
              <a:t>在系统分析时主要考虑系统需要做什么，而在系统设计时主要解决</a:t>
            </a:r>
            <a:r>
              <a:rPr lang="zh-CN" altLang="en-US" sz="2800" dirty="0">
                <a:solidFill>
                  <a:srgbClr val="0070C0"/>
                </a:solidFill>
              </a:rPr>
              <a:t>系统如何实现</a:t>
            </a:r>
            <a:r>
              <a:rPr lang="zh-CN" altLang="en-US" sz="2800" dirty="0"/>
              <a:t>。</a:t>
            </a:r>
            <a:endParaRPr lang="zh-CN" altLang="en-US" b="1" dirty="0">
              <a:latin typeface="宋体" panose="02010600030101010101" pitchFamily="2" charset="-122"/>
            </a:endParaRP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日期占位符 3"/>
          <p:cNvSpPr txBox="1">
            <a:spLocks noGrp="1"/>
          </p:cNvSpPr>
          <p:nvPr>
            <p:ph type="dt" sz="half"/>
          </p:nvPr>
        </p:nvSpPr>
        <p:spPr>
          <a:xfrm>
            <a:off x="7162800" y="6381750"/>
            <a:ext cx="1981200" cy="476250"/>
          </a:xfrm>
          <a:prstGeom prst="rect">
            <a:avLst/>
          </a:prstGeom>
          <a:noFill/>
          <a:ln w="9525">
            <a:noFill/>
          </a:ln>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fld id="{BB962C8B-B14F-4D97-AF65-F5344CB8AC3E}" type="datetime1">
              <a:rPr lang="zh-CN" altLang="en-US" sz="1200" dirty="0"/>
            </a:fld>
            <a:endParaRPr lang="zh-CN" altLang="en-US" sz="1200" dirty="0"/>
          </a:p>
        </p:txBody>
      </p:sp>
      <p:sp>
        <p:nvSpPr>
          <p:cNvPr id="8195" name="灯片编号占位符 5"/>
          <p:cNvSpPr txBox="1">
            <a:spLocks noGrp="1"/>
          </p:cNvSpPr>
          <p:nvPr>
            <p:ph type="sldNum" sz="quarter" idx="10"/>
          </p:nvPr>
        </p:nvSpPr>
        <p:spPr>
          <a:xfrm>
            <a:off x="6580188" y="6313488"/>
            <a:ext cx="1905000" cy="457200"/>
          </a:xfrm>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fld id="{9A0DB2DC-4C9A-4742-B13C-FB6460FD3503}" type="slidenum">
              <a:rPr lang="zh-CN" altLang="en-US" sz="1200" dirty="0"/>
            </a:fld>
            <a:endParaRPr lang="zh-CN" altLang="en-US" sz="1200" dirty="0"/>
          </a:p>
        </p:txBody>
      </p:sp>
      <p:sp>
        <p:nvSpPr>
          <p:cNvPr id="8196" name="Rectangle 2"/>
          <p:cNvSpPr>
            <a:spLocks noGrp="1"/>
          </p:cNvSpPr>
          <p:nvPr>
            <p:ph type="title"/>
          </p:nvPr>
        </p:nvSpPr>
        <p:spPr>
          <a:xfrm>
            <a:off x="179388" y="260350"/>
            <a:ext cx="7772400" cy="641350"/>
          </a:xfrm>
        </p:spPr>
        <p:txBody>
          <a:bodyPr vert="horz" wrap="square" lIns="91440" tIns="45720" rIns="91440" bIns="45720" anchor="b" anchorCtr="0"/>
          <a:p>
            <a:br>
              <a:rPr lang="en-US" altLang="zh-CN" sz="4000" b="1" dirty="0">
                <a:solidFill>
                  <a:srgbClr val="FF0000"/>
                </a:solidFill>
                <a:latin typeface="宋体" panose="02010600030101010101" pitchFamily="2" charset="-122"/>
              </a:rPr>
            </a:br>
            <a:r>
              <a:rPr lang="en-US" altLang="zh-CN" sz="4000" b="1" dirty="0">
                <a:solidFill>
                  <a:srgbClr val="FF0000"/>
                </a:solidFill>
                <a:latin typeface="宋体" panose="02010600030101010101" pitchFamily="2" charset="-122"/>
              </a:rPr>
              <a:t>6.1.1  </a:t>
            </a:r>
            <a:r>
              <a:rPr lang="zh-CN" altLang="en-US" sz="4000" b="1" dirty="0">
                <a:solidFill>
                  <a:srgbClr val="FF0000"/>
                </a:solidFill>
                <a:latin typeface="宋体" panose="02010600030101010101" pitchFamily="2" charset="-122"/>
              </a:rPr>
              <a:t>反复迭代的系统设计方式</a:t>
            </a:r>
            <a:endParaRPr lang="zh-CN" altLang="en-US" sz="4000" b="1" dirty="0">
              <a:solidFill>
                <a:srgbClr val="FF0000"/>
              </a:solidFill>
              <a:latin typeface="宋体" panose="02010600030101010101" pitchFamily="2" charset="-122"/>
            </a:endParaRPr>
          </a:p>
        </p:txBody>
      </p:sp>
      <p:sp>
        <p:nvSpPr>
          <p:cNvPr id="8197" name="Rectangle 3"/>
          <p:cNvSpPr>
            <a:spLocks noGrp="1"/>
          </p:cNvSpPr>
          <p:nvPr>
            <p:ph idx="1"/>
          </p:nvPr>
        </p:nvSpPr>
        <p:spPr>
          <a:xfrm>
            <a:off x="179388" y="969963"/>
            <a:ext cx="8856662" cy="5411787"/>
          </a:xfrm>
          <a:solidFill>
            <a:schemeClr val="bg1">
              <a:alpha val="100000"/>
            </a:schemeClr>
          </a:solidFill>
        </p:spPr>
        <p:txBody>
          <a:bodyPr vert="horz" wrap="square" lIns="91440" tIns="45720" rIns="91440" bIns="45720" anchor="t" anchorCtr="0"/>
          <a:p>
            <a:pPr>
              <a:lnSpc>
                <a:spcPct val="125000"/>
              </a:lnSpc>
              <a:spcBef>
                <a:spcPct val="0"/>
              </a:spcBef>
            </a:pPr>
            <a:r>
              <a:rPr lang="zh-CN" altLang="en-US" sz="2800" dirty="0"/>
              <a:t>在</a:t>
            </a:r>
            <a:r>
              <a:rPr lang="en-US" altLang="zh-CN" sz="2800" dirty="0"/>
              <a:t>UML</a:t>
            </a:r>
            <a:r>
              <a:rPr lang="zh-CN" altLang="en-US" sz="2800" dirty="0"/>
              <a:t>的面向对象系统中系统设计和系统分析都采用相同的符号表示。在系统设计阶段，一般采用反复迭代的方式逐步细化和完善软件系统。</a:t>
            </a:r>
            <a:endParaRPr lang="en-US" altLang="zh-CN" sz="2800" dirty="0"/>
          </a:p>
          <a:p>
            <a:pPr>
              <a:lnSpc>
                <a:spcPct val="125000"/>
              </a:lnSpc>
              <a:spcBef>
                <a:spcPct val="0"/>
              </a:spcBef>
            </a:pPr>
            <a:r>
              <a:rPr lang="zh-CN" altLang="en-US" sz="2800" dirty="0"/>
              <a:t>因此，需要在系统分析的模型中为系统的实现</a:t>
            </a:r>
            <a:r>
              <a:rPr lang="zh-CN" altLang="en-US" sz="2800" dirty="0">
                <a:solidFill>
                  <a:srgbClr val="0070C0"/>
                </a:solidFill>
              </a:rPr>
              <a:t>补充一些新的类或在原有内中补充一些新的属性和操作</a:t>
            </a:r>
            <a:r>
              <a:rPr lang="zh-CN" altLang="en-US" sz="2800" dirty="0"/>
              <a:t>。</a:t>
            </a:r>
            <a:endParaRPr lang="en-US" altLang="zh-CN" sz="2800" dirty="0"/>
          </a:p>
          <a:p>
            <a:pPr>
              <a:lnSpc>
                <a:spcPct val="125000"/>
              </a:lnSpc>
              <a:spcBef>
                <a:spcPct val="0"/>
              </a:spcBef>
            </a:pPr>
            <a:r>
              <a:rPr lang="zh-CN" altLang="en-US" sz="2800" dirty="0"/>
              <a:t>系统设计时应能</a:t>
            </a:r>
            <a:r>
              <a:rPr lang="zh-CN" altLang="en-US" sz="2800" dirty="0">
                <a:solidFill>
                  <a:srgbClr val="0070C0"/>
                </a:solidFill>
              </a:rPr>
              <a:t>从类中导出对象以及这些对象如何互相关联，还要描述对象间的关系、行为以及对象间通信如何实现等。</a:t>
            </a:r>
            <a:endParaRPr lang="en-US" altLang="zh-CN" sz="2800" dirty="0">
              <a:solidFill>
                <a:srgbClr val="0070C0"/>
              </a:solidFill>
            </a:endParaRPr>
          </a:p>
          <a:p>
            <a:pPr>
              <a:lnSpc>
                <a:spcPct val="125000"/>
              </a:lnSpc>
              <a:spcBef>
                <a:spcPct val="0"/>
              </a:spcBef>
            </a:pPr>
            <a:r>
              <a:rPr lang="zh-CN" altLang="en-US" sz="2800" dirty="0"/>
              <a:t>系统设计的一般步骤包括</a:t>
            </a:r>
            <a:r>
              <a:rPr lang="zh-CN" altLang="en-US" sz="2800" dirty="0">
                <a:solidFill>
                  <a:srgbClr val="0070C0"/>
                </a:solidFill>
              </a:rPr>
              <a:t>系统对象设计、系统体系结构设计和系统设计的优化和审查</a:t>
            </a:r>
            <a:r>
              <a:rPr lang="zh-CN" altLang="en-US" sz="2800" dirty="0"/>
              <a:t>等。</a:t>
            </a:r>
            <a:endParaRPr lang="zh-CN" altLang="en-US" sz="2800" dirty="0"/>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8" name="日期占位符 3"/>
          <p:cNvSpPr txBox="1">
            <a:spLocks noGrp="1"/>
          </p:cNvSpPr>
          <p:nvPr>
            <p:ph type="dt" sz="half"/>
          </p:nvPr>
        </p:nvSpPr>
        <p:spPr>
          <a:xfrm>
            <a:off x="7162800" y="6381750"/>
            <a:ext cx="1981200" cy="476250"/>
          </a:xfrm>
          <a:prstGeom prst="rect">
            <a:avLst/>
          </a:prstGeom>
          <a:noFill/>
          <a:ln w="9525">
            <a:noFill/>
          </a:ln>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fld id="{BB962C8B-B14F-4D97-AF65-F5344CB8AC3E}" type="datetime1">
              <a:rPr lang="zh-CN" altLang="en-US" sz="1200" dirty="0"/>
            </a:fld>
            <a:endParaRPr lang="zh-CN" altLang="en-US" sz="1200" dirty="0"/>
          </a:p>
        </p:txBody>
      </p:sp>
      <p:sp>
        <p:nvSpPr>
          <p:cNvPr id="9219" name="页脚占位符 4"/>
          <p:cNvSpPr txBox="1">
            <a:spLocks noGrp="1"/>
          </p:cNvSpPr>
          <p:nvPr>
            <p:ph type="ftr" sz="quarter"/>
          </p:nvPr>
        </p:nvSpPr>
        <p:spPr>
          <a:xfrm>
            <a:off x="3151188" y="6313488"/>
            <a:ext cx="2895600" cy="457200"/>
          </a:xfrm>
          <a:prstGeom prst="rect">
            <a:avLst/>
          </a:prstGeom>
          <a:noFill/>
          <a:ln w="9525">
            <a:noFill/>
          </a:ln>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eaLnBrk="1" hangingPunct="1"/>
            <a:r>
              <a:rPr lang="zh-CN" altLang="en-US" dirty="0"/>
              <a:t>UML系统建模与分析设计</a:t>
            </a:r>
            <a:endParaRPr lang="zh-CN" altLang="zh-CN" dirty="0"/>
          </a:p>
        </p:txBody>
      </p:sp>
      <p:sp>
        <p:nvSpPr>
          <p:cNvPr id="9220" name="灯片编号占位符 5"/>
          <p:cNvSpPr txBox="1">
            <a:spLocks noGrp="1"/>
          </p:cNvSpPr>
          <p:nvPr>
            <p:ph type="sldNum" sz="quarter" idx="10"/>
          </p:nvPr>
        </p:nvSpPr>
        <p:spPr>
          <a:xfrm>
            <a:off x="6580188" y="6313488"/>
            <a:ext cx="1905000" cy="457200"/>
          </a:xfrm>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fld id="{9A0DB2DC-4C9A-4742-B13C-FB6460FD3503}" type="slidenum">
              <a:rPr lang="zh-CN" altLang="en-US" sz="1200" dirty="0"/>
            </a:fld>
            <a:endParaRPr lang="zh-CN" altLang="en-US" sz="1200" dirty="0"/>
          </a:p>
        </p:txBody>
      </p:sp>
      <p:sp>
        <p:nvSpPr>
          <p:cNvPr id="9221" name="Rectangle 3"/>
          <p:cNvSpPr>
            <a:spLocks noGrp="1"/>
          </p:cNvSpPr>
          <p:nvPr>
            <p:ph idx="1"/>
          </p:nvPr>
        </p:nvSpPr>
        <p:spPr>
          <a:xfrm>
            <a:off x="611188" y="3881438"/>
            <a:ext cx="7772400" cy="2260600"/>
          </a:xfrm>
        </p:spPr>
        <p:txBody>
          <a:bodyPr vert="horz" wrap="square" lIns="91440" tIns="45720" rIns="91440" bIns="45720" anchor="t" anchorCtr="0"/>
          <a:p>
            <a:pPr>
              <a:buFontTx/>
              <a:buNone/>
            </a:pPr>
            <a:r>
              <a:rPr lang="zh-CN" altLang="en-US" b="1" dirty="0">
                <a:latin typeface="宋体" panose="02010600030101010101" pitchFamily="2" charset="-122"/>
              </a:rPr>
              <a:t>（</a:t>
            </a:r>
            <a:r>
              <a:rPr lang="en-US" altLang="zh-CN" b="1" dirty="0">
                <a:latin typeface="宋体" panose="02010600030101010101" pitchFamily="2" charset="-122"/>
              </a:rPr>
              <a:t>1</a:t>
            </a:r>
            <a:r>
              <a:rPr lang="zh-CN" altLang="en-US" b="1" dirty="0">
                <a:latin typeface="宋体" panose="02010600030101010101" pitchFamily="2" charset="-122"/>
              </a:rPr>
              <a:t>）对象接口设计</a:t>
            </a:r>
            <a:endParaRPr lang="zh-CN" altLang="en-US" b="1" dirty="0">
              <a:latin typeface="宋体" panose="02010600030101010101" pitchFamily="2" charset="-122"/>
            </a:endParaRPr>
          </a:p>
          <a:p>
            <a:pPr>
              <a:buFontTx/>
              <a:buNone/>
            </a:pPr>
            <a:r>
              <a:rPr lang="zh-CN" altLang="en-US" b="1" dirty="0">
                <a:latin typeface="宋体" panose="02010600030101010101" pitchFamily="2" charset="-122"/>
              </a:rPr>
              <a:t>（</a:t>
            </a:r>
            <a:r>
              <a:rPr lang="en-US" altLang="zh-CN" b="1" dirty="0">
                <a:latin typeface="宋体" panose="02010600030101010101" pitchFamily="2" charset="-122"/>
              </a:rPr>
              <a:t>2</a:t>
            </a:r>
            <a:r>
              <a:rPr lang="zh-CN" altLang="en-US" b="1" dirty="0">
                <a:latin typeface="宋体" panose="02010600030101010101" pitchFamily="2" charset="-122"/>
              </a:rPr>
              <a:t>）设计算法和数据结构</a:t>
            </a:r>
            <a:endParaRPr lang="zh-CN" altLang="en-US" b="1" dirty="0">
              <a:latin typeface="宋体" panose="02010600030101010101" pitchFamily="2" charset="-122"/>
            </a:endParaRPr>
          </a:p>
          <a:p>
            <a:pPr>
              <a:buFontTx/>
              <a:buNone/>
            </a:pPr>
            <a:r>
              <a:rPr lang="zh-CN" altLang="en-US" b="1" dirty="0">
                <a:latin typeface="宋体" panose="02010600030101010101" pitchFamily="2" charset="-122"/>
              </a:rPr>
              <a:t>（</a:t>
            </a:r>
            <a:r>
              <a:rPr lang="en-US" altLang="zh-CN" b="1" dirty="0">
                <a:latin typeface="宋体" panose="02010600030101010101" pitchFamily="2" charset="-122"/>
              </a:rPr>
              <a:t>3</a:t>
            </a:r>
            <a:r>
              <a:rPr lang="zh-CN" altLang="en-US" b="1" dirty="0">
                <a:latin typeface="宋体" panose="02010600030101010101" pitchFamily="2" charset="-122"/>
              </a:rPr>
              <a:t>）确认子系统</a:t>
            </a:r>
            <a:endParaRPr lang="zh-CN" altLang="en-US" b="1" dirty="0">
              <a:latin typeface="宋体" panose="02010600030101010101" pitchFamily="2" charset="-122"/>
            </a:endParaRPr>
          </a:p>
          <a:p>
            <a:pPr>
              <a:buFontTx/>
              <a:buNone/>
            </a:pPr>
            <a:r>
              <a:rPr lang="zh-CN" altLang="en-US" b="1" dirty="0">
                <a:latin typeface="宋体" panose="02010600030101010101" pitchFamily="2" charset="-122"/>
              </a:rPr>
              <a:t>（</a:t>
            </a:r>
            <a:r>
              <a:rPr lang="en-US" altLang="zh-CN" b="1" dirty="0">
                <a:latin typeface="宋体" panose="02010600030101010101" pitchFamily="2" charset="-122"/>
              </a:rPr>
              <a:t>4</a:t>
            </a:r>
            <a:r>
              <a:rPr lang="zh-CN" altLang="en-US" b="1" dirty="0">
                <a:latin typeface="宋体" panose="02010600030101010101" pitchFamily="2" charset="-122"/>
              </a:rPr>
              <a:t>）子系统间的通信规约</a:t>
            </a:r>
            <a:endParaRPr lang="zh-CN" altLang="en-US" b="1" dirty="0">
              <a:latin typeface="宋体" panose="02010600030101010101" pitchFamily="2" charset="-122"/>
            </a:endParaRPr>
          </a:p>
        </p:txBody>
      </p:sp>
      <p:sp>
        <p:nvSpPr>
          <p:cNvPr id="9222" name="Rectangle 2"/>
          <p:cNvSpPr>
            <a:spLocks noGrp="1"/>
          </p:cNvSpPr>
          <p:nvPr>
            <p:ph type="title"/>
          </p:nvPr>
        </p:nvSpPr>
        <p:spPr>
          <a:xfrm>
            <a:off x="179388" y="260350"/>
            <a:ext cx="7772400" cy="641350"/>
          </a:xfrm>
        </p:spPr>
        <p:txBody>
          <a:bodyPr vert="horz" wrap="square" lIns="91440" tIns="45720" rIns="91440" bIns="45720" anchor="b" anchorCtr="0"/>
          <a:p>
            <a:br>
              <a:rPr lang="en-US" altLang="zh-CN" sz="4000" b="1" dirty="0">
                <a:solidFill>
                  <a:srgbClr val="FF0000"/>
                </a:solidFill>
                <a:latin typeface="宋体" panose="02010600030101010101" pitchFamily="2" charset="-122"/>
              </a:rPr>
            </a:br>
            <a:r>
              <a:rPr lang="en-US" altLang="zh-CN" sz="4000" b="1" dirty="0">
                <a:solidFill>
                  <a:srgbClr val="FF0000"/>
                </a:solidFill>
                <a:latin typeface="宋体" panose="02010600030101010101" pitchFamily="2" charset="-122"/>
              </a:rPr>
              <a:t>6.1.2</a:t>
            </a:r>
            <a:r>
              <a:rPr lang="zh-CN" altLang="en-US" sz="4000" b="1" dirty="0">
                <a:solidFill>
                  <a:srgbClr val="FF0000"/>
                </a:solidFill>
                <a:latin typeface="宋体" panose="02010600030101010101" pitchFamily="2" charset="-122"/>
              </a:rPr>
              <a:t>系统对象设计</a:t>
            </a:r>
            <a:endParaRPr lang="zh-CN" altLang="en-US" sz="4000" b="1" dirty="0">
              <a:solidFill>
                <a:srgbClr val="FF0000"/>
              </a:solidFill>
              <a:latin typeface="宋体" panose="02010600030101010101" pitchFamily="2" charset="-122"/>
            </a:endParaRPr>
          </a:p>
        </p:txBody>
      </p:sp>
      <p:sp>
        <p:nvSpPr>
          <p:cNvPr id="9" name="Rectangle 3"/>
          <p:cNvSpPr txBox="1">
            <a:spLocks noChangeArrowheads="1"/>
          </p:cNvSpPr>
          <p:nvPr/>
        </p:nvSpPr>
        <p:spPr bwMode="auto">
          <a:xfrm>
            <a:off x="179388" y="969963"/>
            <a:ext cx="8856663" cy="28194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9pPr>
          </a:lstStyle>
          <a:p>
            <a:pPr marL="469900" marR="0" lvl="0" indent="-4699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2800" b="0" i="0" u="none" strike="noStrike" kern="1200" cap="none" spc="0" normalizeH="0" baseline="0" noProof="0" dirty="0" smtClean="0">
                <a:ln>
                  <a:noFill/>
                </a:ln>
                <a:solidFill>
                  <a:schemeClr val="tx1"/>
                </a:solidFill>
                <a:effectLst/>
                <a:uLnTx/>
                <a:uFillTx/>
                <a:latin typeface="+mn-lt"/>
                <a:ea typeface="+mn-ea"/>
                <a:cs typeface="+mn-cs"/>
              </a:rPr>
              <a:t>对象设计是为每个类的属性和操作作出详细的设计并设计连接类及其相关联内类的消息规约，目的是加入接口对象。</a:t>
            </a:r>
            <a:endParaRPr kumimoji="0" lang="zh-CN" altLang="en-US" sz="2800" b="0" i="0" u="none" strike="noStrike" kern="1200" cap="none" spc="0" normalizeH="0" baseline="0" noProof="0" dirty="0" smtClean="0">
              <a:ln>
                <a:noFill/>
              </a:ln>
              <a:solidFill>
                <a:schemeClr val="tx1"/>
              </a:solidFill>
              <a:effectLst/>
              <a:uLnTx/>
              <a:uFillTx/>
              <a:latin typeface="+mn-lt"/>
              <a:ea typeface="+mn-ea"/>
              <a:cs typeface="+mn-cs"/>
            </a:endParaRPr>
          </a:p>
          <a:p>
            <a:pPr marL="469900" marR="0" lvl="0" indent="-4699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2800" b="0" i="0" u="none" strike="noStrike" kern="1200" cap="none" spc="0" normalizeH="0" baseline="0" noProof="0" dirty="0" smtClean="0">
                <a:ln>
                  <a:noFill/>
                </a:ln>
                <a:solidFill>
                  <a:schemeClr val="tx1"/>
                </a:solidFill>
                <a:effectLst/>
                <a:uLnTx/>
                <a:uFillTx/>
                <a:latin typeface="+mn-lt"/>
                <a:ea typeface="+mn-ea"/>
                <a:cs typeface="+mn-cs"/>
              </a:rPr>
              <a:t>以便建立更完整的对象的静态、动态模型，满足用户的需求，确定子系统，分析各子系统间的相互依存关系，决定系统体系结构设计。主要活动有：</a:t>
            </a:r>
            <a:endParaRPr kumimoji="0" lang="zh-CN" altLang="en-US" sz="2800" b="0" i="0" u="none" strike="noStrike" kern="0" cap="none" spc="0" normalizeH="0" baseline="0" noProof="0" dirty="0">
              <a:ln>
                <a:noFill/>
              </a:ln>
              <a:solidFill>
                <a:schemeClr val="tx1"/>
              </a:solidFill>
              <a:effectLst/>
              <a:uLnTx/>
              <a:uFillTx/>
              <a:latin typeface="+mn-lt"/>
              <a:ea typeface="+mn-ea"/>
              <a:cs typeface="+mn-cs"/>
            </a:endParaRP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日期占位符 3"/>
          <p:cNvSpPr txBox="1">
            <a:spLocks noGrp="1"/>
          </p:cNvSpPr>
          <p:nvPr>
            <p:ph type="dt" sz="half"/>
          </p:nvPr>
        </p:nvSpPr>
        <p:spPr>
          <a:xfrm>
            <a:off x="7162800" y="6381750"/>
            <a:ext cx="1981200" cy="476250"/>
          </a:xfrm>
          <a:prstGeom prst="rect">
            <a:avLst/>
          </a:prstGeom>
          <a:noFill/>
          <a:ln w="9525">
            <a:noFill/>
          </a:ln>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fld id="{BB962C8B-B14F-4D97-AF65-F5344CB8AC3E}" type="datetime1">
              <a:rPr lang="zh-CN" altLang="en-US" sz="1200" dirty="0"/>
            </a:fld>
            <a:endParaRPr lang="zh-CN" altLang="en-US" sz="1200" dirty="0"/>
          </a:p>
        </p:txBody>
      </p:sp>
      <p:sp>
        <p:nvSpPr>
          <p:cNvPr id="10243" name="页脚占位符 4"/>
          <p:cNvSpPr txBox="1">
            <a:spLocks noGrp="1"/>
          </p:cNvSpPr>
          <p:nvPr>
            <p:ph type="ftr" sz="quarter"/>
          </p:nvPr>
        </p:nvSpPr>
        <p:spPr>
          <a:xfrm>
            <a:off x="3151188" y="6313488"/>
            <a:ext cx="2895600" cy="457200"/>
          </a:xfrm>
          <a:prstGeom prst="rect">
            <a:avLst/>
          </a:prstGeom>
          <a:noFill/>
          <a:ln w="9525">
            <a:noFill/>
          </a:ln>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eaLnBrk="1" hangingPunct="1"/>
            <a:r>
              <a:rPr lang="zh-CN" altLang="en-US" dirty="0"/>
              <a:t>UML系统建模与分析设计</a:t>
            </a:r>
            <a:endParaRPr lang="zh-CN" altLang="zh-CN" dirty="0"/>
          </a:p>
        </p:txBody>
      </p:sp>
      <p:sp>
        <p:nvSpPr>
          <p:cNvPr id="10244" name="灯片编号占位符 5"/>
          <p:cNvSpPr txBox="1">
            <a:spLocks noGrp="1"/>
          </p:cNvSpPr>
          <p:nvPr>
            <p:ph type="sldNum" sz="quarter" idx="10"/>
          </p:nvPr>
        </p:nvSpPr>
        <p:spPr>
          <a:xfrm>
            <a:off x="6580188" y="6313488"/>
            <a:ext cx="1905000" cy="457200"/>
          </a:xfrm>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fld id="{9A0DB2DC-4C9A-4742-B13C-FB6460FD3503}" type="slidenum">
              <a:rPr lang="zh-CN" altLang="en-US" sz="1200" dirty="0"/>
            </a:fld>
            <a:endParaRPr lang="zh-CN" altLang="en-US" sz="1200" dirty="0"/>
          </a:p>
        </p:txBody>
      </p:sp>
      <p:sp>
        <p:nvSpPr>
          <p:cNvPr id="10245" name="Rectangle 3"/>
          <p:cNvSpPr>
            <a:spLocks noGrp="1"/>
          </p:cNvSpPr>
          <p:nvPr>
            <p:ph idx="1"/>
          </p:nvPr>
        </p:nvSpPr>
        <p:spPr>
          <a:xfrm>
            <a:off x="684213" y="765175"/>
            <a:ext cx="7632700" cy="792163"/>
          </a:xfrm>
        </p:spPr>
        <p:txBody>
          <a:bodyPr vert="horz" wrap="square" lIns="91440" tIns="45720" rIns="91440" bIns="45720" anchor="t" anchorCtr="0"/>
          <a:p>
            <a:pPr>
              <a:buFontTx/>
              <a:buNone/>
            </a:pPr>
            <a:r>
              <a:rPr lang="en-US" altLang="zh-CN" b="1" dirty="0">
                <a:solidFill>
                  <a:srgbClr val="FF0000"/>
                </a:solidFill>
              </a:rPr>
              <a:t>6.1.3  </a:t>
            </a:r>
            <a:r>
              <a:rPr lang="zh-CN" altLang="en-US" sz="3200" b="1" dirty="0">
                <a:solidFill>
                  <a:srgbClr val="FF0000"/>
                </a:solidFill>
                <a:latin typeface="宋体" panose="02010600030101010101" pitchFamily="2" charset="-122"/>
              </a:rPr>
              <a:t>系统体系结构设计</a:t>
            </a:r>
            <a:endParaRPr lang="zh-CN" altLang="en-US" b="1" dirty="0">
              <a:solidFill>
                <a:srgbClr val="FF0000"/>
              </a:solidFill>
              <a:latin typeface="宋体" panose="02010600030101010101" pitchFamily="2" charset="-122"/>
            </a:endParaRPr>
          </a:p>
        </p:txBody>
      </p:sp>
      <p:sp>
        <p:nvSpPr>
          <p:cNvPr id="6" name="Rectangle 3"/>
          <p:cNvSpPr txBox="1">
            <a:spLocks noChangeArrowheads="1"/>
          </p:cNvSpPr>
          <p:nvPr/>
        </p:nvSpPr>
        <p:spPr bwMode="auto">
          <a:xfrm>
            <a:off x="287338" y="1844675"/>
            <a:ext cx="8424863" cy="28194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9pPr>
          </a:lstStyle>
          <a:p>
            <a:pPr marL="469900" marR="0" lvl="0" indent="-469900" algn="l" defTabSz="914400" rtl="0" eaLnBrk="0" fontAlgn="base" latinLnBrk="0" hangingPunct="0">
              <a:lnSpc>
                <a:spcPct val="100000"/>
              </a:lnSpc>
              <a:spcBef>
                <a:spcPct val="20000"/>
              </a:spcBef>
              <a:spcAft>
                <a:spcPct val="0"/>
              </a:spcAft>
              <a:buClr>
                <a:schemeClr val="accent2"/>
              </a:buClr>
              <a:buSzTx/>
              <a:buFont typeface="Wingdings" panose="05000000000000000000" pitchFamily="2" charset="2"/>
              <a:buChar char="o"/>
              <a:defRPr/>
            </a:pPr>
            <a:r>
              <a:rPr kumimoji="0" lang="zh-CN" altLang="en-US" sz="2800" b="0" i="0" u="none" strike="noStrike" kern="1200" cap="none" spc="0" normalizeH="0" baseline="0" noProof="0" dirty="0" smtClean="0">
                <a:ln>
                  <a:noFill/>
                </a:ln>
                <a:solidFill>
                  <a:schemeClr val="tx1"/>
                </a:solidFill>
                <a:effectLst/>
                <a:uLnTx/>
                <a:uFillTx/>
                <a:latin typeface="+mn-lt"/>
                <a:ea typeface="+mn-ea"/>
                <a:cs typeface="+mn-cs"/>
              </a:rPr>
              <a:t>系统体系结构设计是对系统软、硬件资源做统一规划，包括数据结构设计、选择系统适合的开发环境、确定软硬件结构、图形用户界面、网络管理系统、数据库管理系统、程序设计语言以及系统采用主从结构还是分布式结构等。一般的应用系统包括用户界面任务管理和数据管理。</a:t>
            </a:r>
            <a:endParaRPr kumimoji="0" lang="zh-CN" altLang="en-US" sz="2800" b="0" i="0" u="none" strike="noStrike" kern="0" cap="none" spc="0" normalizeH="0" baseline="0" noProof="0" dirty="0">
              <a:ln>
                <a:noFill/>
              </a:ln>
              <a:solidFill>
                <a:schemeClr val="tx1"/>
              </a:solidFill>
              <a:effectLst/>
              <a:uLnTx/>
              <a:uFillTx/>
              <a:latin typeface="+mn-lt"/>
              <a:ea typeface="+mn-ea"/>
              <a:cs typeface="+mn-cs"/>
            </a:endParaRP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日期占位符 3"/>
          <p:cNvSpPr txBox="1">
            <a:spLocks noGrp="1"/>
          </p:cNvSpPr>
          <p:nvPr>
            <p:ph type="dt" sz="half"/>
          </p:nvPr>
        </p:nvSpPr>
        <p:spPr>
          <a:xfrm>
            <a:off x="7162800" y="6381750"/>
            <a:ext cx="1981200" cy="476250"/>
          </a:xfrm>
          <a:prstGeom prst="rect">
            <a:avLst/>
          </a:prstGeom>
          <a:noFill/>
          <a:ln w="9525">
            <a:noFill/>
          </a:ln>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fld id="{BB962C8B-B14F-4D97-AF65-F5344CB8AC3E}" type="datetime1">
              <a:rPr lang="zh-CN" altLang="en-US" sz="1200" dirty="0"/>
            </a:fld>
            <a:endParaRPr lang="zh-CN" altLang="en-US" sz="1200" dirty="0"/>
          </a:p>
        </p:txBody>
      </p:sp>
      <p:sp>
        <p:nvSpPr>
          <p:cNvPr id="11267" name="页脚占位符 4"/>
          <p:cNvSpPr txBox="1">
            <a:spLocks noGrp="1"/>
          </p:cNvSpPr>
          <p:nvPr>
            <p:ph type="ftr" sz="quarter"/>
          </p:nvPr>
        </p:nvSpPr>
        <p:spPr>
          <a:xfrm>
            <a:off x="3151188" y="6313488"/>
            <a:ext cx="2895600" cy="457200"/>
          </a:xfrm>
          <a:prstGeom prst="rect">
            <a:avLst/>
          </a:prstGeom>
          <a:noFill/>
          <a:ln w="9525">
            <a:noFill/>
          </a:ln>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eaLnBrk="1" hangingPunct="1"/>
            <a:r>
              <a:rPr lang="zh-CN" altLang="en-US" dirty="0"/>
              <a:t>UML系统建模与分析设计</a:t>
            </a:r>
            <a:endParaRPr lang="zh-CN" altLang="zh-CN" dirty="0"/>
          </a:p>
        </p:txBody>
      </p:sp>
      <p:sp>
        <p:nvSpPr>
          <p:cNvPr id="11268" name="灯片编号占位符 5"/>
          <p:cNvSpPr txBox="1">
            <a:spLocks noGrp="1"/>
          </p:cNvSpPr>
          <p:nvPr>
            <p:ph type="sldNum" sz="quarter" idx="10"/>
          </p:nvPr>
        </p:nvSpPr>
        <p:spPr>
          <a:xfrm>
            <a:off x="6580188" y="6313488"/>
            <a:ext cx="1905000" cy="457200"/>
          </a:xfrm>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fld id="{9A0DB2DC-4C9A-4742-B13C-FB6460FD3503}" type="slidenum">
              <a:rPr lang="zh-CN" altLang="en-US" sz="1200" dirty="0"/>
            </a:fld>
            <a:endParaRPr lang="zh-CN" altLang="en-US" sz="1200" dirty="0"/>
          </a:p>
        </p:txBody>
      </p:sp>
      <p:sp>
        <p:nvSpPr>
          <p:cNvPr id="11269" name="Rectangle 3"/>
          <p:cNvSpPr>
            <a:spLocks noGrp="1"/>
          </p:cNvSpPr>
          <p:nvPr>
            <p:ph idx="1"/>
          </p:nvPr>
        </p:nvSpPr>
        <p:spPr>
          <a:xfrm>
            <a:off x="250825" y="404813"/>
            <a:ext cx="8642350" cy="4895850"/>
          </a:xfrm>
          <a:solidFill>
            <a:schemeClr val="bg1">
              <a:alpha val="100000"/>
            </a:schemeClr>
          </a:solidFill>
        </p:spPr>
        <p:txBody>
          <a:bodyPr vert="horz" wrap="square" lIns="91440" tIns="45720" rIns="91440" bIns="45720" anchor="t" anchorCtr="0"/>
          <a:p>
            <a:pPr>
              <a:buFontTx/>
              <a:buNone/>
            </a:pPr>
            <a:r>
              <a:rPr lang="en-US" altLang="zh-CN" b="1" dirty="0"/>
              <a:t>	</a:t>
            </a:r>
            <a:r>
              <a:rPr lang="en-US" altLang="zh-CN" b="1" dirty="0">
                <a:latin typeface="宋体" panose="02010600030101010101" pitchFamily="2" charset="-122"/>
              </a:rPr>
              <a:t>1</a:t>
            </a:r>
            <a:r>
              <a:rPr lang="zh-CN" altLang="en-US" b="1" dirty="0">
                <a:latin typeface="宋体" panose="02010600030101010101" pitchFamily="2" charset="-122"/>
              </a:rPr>
              <a:t>．任务管理设计</a:t>
            </a:r>
            <a:endParaRPr lang="zh-CN" altLang="en-US" b="1" dirty="0">
              <a:latin typeface="宋体" panose="02010600030101010101" pitchFamily="2" charset="-122"/>
            </a:endParaRPr>
          </a:p>
          <a:p>
            <a:pPr>
              <a:buFontTx/>
              <a:buNone/>
            </a:pPr>
            <a:r>
              <a:rPr lang="zh-CN" altLang="en-US" b="1" dirty="0">
                <a:latin typeface="宋体" panose="02010600030101010101" pitchFamily="2" charset="-122"/>
              </a:rPr>
              <a:t>		（</a:t>
            </a:r>
            <a:r>
              <a:rPr lang="en-US" altLang="zh-CN" b="1" dirty="0">
                <a:latin typeface="宋体" panose="02010600030101010101" pitchFamily="2" charset="-122"/>
              </a:rPr>
              <a:t>1</a:t>
            </a:r>
            <a:r>
              <a:rPr lang="zh-CN" altLang="en-US" b="1" dirty="0">
                <a:latin typeface="宋体" panose="02010600030101010101" pitchFamily="2" charset="-122"/>
              </a:rPr>
              <a:t>）主从结构设计。</a:t>
            </a:r>
            <a:endParaRPr lang="zh-CN" altLang="en-US" b="1" dirty="0">
              <a:latin typeface="宋体" panose="02010600030101010101" pitchFamily="2" charset="-122"/>
            </a:endParaRPr>
          </a:p>
          <a:p>
            <a:pPr>
              <a:buFontTx/>
              <a:buNone/>
            </a:pPr>
            <a:r>
              <a:rPr lang="zh-CN" altLang="en-US" b="1" dirty="0">
                <a:latin typeface="宋体" panose="02010600030101010101" pitchFamily="2" charset="-122"/>
              </a:rPr>
              <a:t>		（</a:t>
            </a:r>
            <a:r>
              <a:rPr lang="en-US" altLang="zh-CN" b="1" dirty="0">
                <a:latin typeface="宋体" panose="02010600030101010101" pitchFamily="2" charset="-122"/>
              </a:rPr>
              <a:t>2</a:t>
            </a:r>
            <a:r>
              <a:rPr lang="zh-CN" altLang="en-US" b="1" dirty="0">
                <a:latin typeface="宋体" panose="02010600030101010101" pitchFamily="2" charset="-122"/>
              </a:rPr>
              <a:t>）分布式结构设计。</a:t>
            </a:r>
            <a:endParaRPr lang="zh-CN" altLang="en-US" b="1" dirty="0">
              <a:latin typeface="宋体" panose="02010600030101010101" pitchFamily="2" charset="-122"/>
            </a:endParaRPr>
          </a:p>
          <a:p>
            <a:pPr>
              <a:buFontTx/>
              <a:buNone/>
            </a:pPr>
            <a:r>
              <a:rPr lang="en-US" altLang="zh-CN" b="1" dirty="0">
                <a:latin typeface="宋体" panose="02010600030101010101" pitchFamily="2" charset="-122"/>
              </a:rPr>
              <a:t>	2</a:t>
            </a:r>
            <a:r>
              <a:rPr lang="zh-CN" altLang="en-US" b="1" dirty="0">
                <a:latin typeface="宋体" panose="02010600030101010101" pitchFamily="2" charset="-122"/>
              </a:rPr>
              <a:t>．数据管理设计</a:t>
            </a:r>
            <a:endParaRPr lang="zh-CN" altLang="en-US" b="1" dirty="0">
              <a:latin typeface="宋体" panose="02010600030101010101" pitchFamily="2" charset="-122"/>
            </a:endParaRPr>
          </a:p>
          <a:p>
            <a:pPr>
              <a:buFontTx/>
              <a:buNone/>
            </a:pPr>
            <a:r>
              <a:rPr lang="zh-CN" altLang="en-US" b="1" dirty="0">
                <a:latin typeface="宋体" panose="02010600030101010101" pitchFamily="2" charset="-122"/>
              </a:rPr>
              <a:t>		（</a:t>
            </a:r>
            <a:r>
              <a:rPr lang="en-US" altLang="zh-CN" b="1" dirty="0">
                <a:latin typeface="宋体" panose="02010600030101010101" pitchFamily="2" charset="-122"/>
              </a:rPr>
              <a:t>1</a:t>
            </a:r>
            <a:r>
              <a:rPr lang="zh-CN" altLang="en-US" b="1" dirty="0">
                <a:latin typeface="宋体" panose="02010600030101010101" pitchFamily="2" charset="-122"/>
              </a:rPr>
              <a:t>）定义数据类型。</a:t>
            </a:r>
            <a:endParaRPr lang="zh-CN" altLang="en-US" b="1" dirty="0">
              <a:latin typeface="宋体" panose="02010600030101010101" pitchFamily="2" charset="-122"/>
            </a:endParaRPr>
          </a:p>
          <a:p>
            <a:pPr>
              <a:buFontTx/>
              <a:buNone/>
            </a:pPr>
            <a:r>
              <a:rPr lang="zh-CN" altLang="en-US" b="1" dirty="0">
                <a:latin typeface="宋体" panose="02010600030101010101" pitchFamily="2" charset="-122"/>
              </a:rPr>
              <a:t>		（</a:t>
            </a:r>
            <a:r>
              <a:rPr lang="en-US" altLang="zh-CN" b="1" dirty="0">
                <a:latin typeface="宋体" panose="02010600030101010101" pitchFamily="2" charset="-122"/>
              </a:rPr>
              <a:t>2</a:t>
            </a:r>
            <a:r>
              <a:rPr lang="zh-CN" altLang="en-US" b="1" dirty="0">
                <a:latin typeface="宋体" panose="02010600030101010101" pitchFamily="2" charset="-122"/>
              </a:rPr>
              <a:t>）设计数据管理。数据管理设计提供了持久对象的基本结构。 </a:t>
            </a:r>
            <a:endParaRPr lang="zh-CN" altLang="en-US" b="1" dirty="0">
              <a:latin typeface="宋体" panose="02010600030101010101" pitchFamily="2" charset="-122"/>
            </a:endParaRPr>
          </a:p>
          <a:p>
            <a:pPr>
              <a:buFontTx/>
              <a:buNone/>
            </a:pPr>
            <a:r>
              <a:rPr lang="en-US" altLang="zh-CN" b="1" dirty="0">
                <a:latin typeface="宋体" panose="02010600030101010101" pitchFamily="2" charset="-122"/>
              </a:rPr>
              <a:t>	3</a:t>
            </a:r>
            <a:r>
              <a:rPr lang="zh-CN" altLang="en-US" b="1" dirty="0">
                <a:latin typeface="宋体" panose="02010600030101010101" pitchFamily="2" charset="-122"/>
              </a:rPr>
              <a:t>．用户界面设计</a:t>
            </a:r>
            <a:endParaRPr lang="zh-CN" altLang="en-US" b="1" dirty="0">
              <a:latin typeface="宋体" panose="02010600030101010101" pitchFamily="2" charset="-122"/>
            </a:endParaRPr>
          </a:p>
          <a:p>
            <a:pPr>
              <a:buFontTx/>
              <a:buNone/>
            </a:pPr>
            <a:endParaRPr lang="zh-CN" altLang="en-US" b="1" dirty="0">
              <a:latin typeface="宋体" panose="02010600030101010101" pitchFamily="2" charset="-122"/>
            </a:endParaRPr>
          </a:p>
          <a:p>
            <a:pPr>
              <a:buFontTx/>
              <a:buNone/>
            </a:pPr>
            <a:endParaRPr lang="zh-CN" altLang="en-US" b="1" dirty="0">
              <a:latin typeface="宋体" panose="02010600030101010101" pitchFamily="2" charset="-122"/>
            </a:endParaRP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日期占位符 3"/>
          <p:cNvSpPr txBox="1">
            <a:spLocks noGrp="1"/>
          </p:cNvSpPr>
          <p:nvPr>
            <p:ph type="dt" sz="half"/>
          </p:nvPr>
        </p:nvSpPr>
        <p:spPr>
          <a:xfrm>
            <a:off x="7162800" y="6381750"/>
            <a:ext cx="1981200" cy="476250"/>
          </a:xfrm>
          <a:prstGeom prst="rect">
            <a:avLst/>
          </a:prstGeom>
          <a:noFill/>
          <a:ln w="9525">
            <a:noFill/>
          </a:ln>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fld id="{BB962C8B-B14F-4D97-AF65-F5344CB8AC3E}" type="datetime1">
              <a:rPr lang="zh-CN" altLang="en-US" sz="1200" dirty="0"/>
            </a:fld>
            <a:endParaRPr lang="zh-CN" altLang="en-US" sz="1200" dirty="0"/>
          </a:p>
        </p:txBody>
      </p:sp>
      <p:sp>
        <p:nvSpPr>
          <p:cNvPr id="12291" name="页脚占位符 4"/>
          <p:cNvSpPr txBox="1">
            <a:spLocks noGrp="1"/>
          </p:cNvSpPr>
          <p:nvPr>
            <p:ph type="ftr" sz="quarter"/>
          </p:nvPr>
        </p:nvSpPr>
        <p:spPr>
          <a:xfrm>
            <a:off x="3151188" y="6313488"/>
            <a:ext cx="2895600" cy="457200"/>
          </a:xfrm>
          <a:prstGeom prst="rect">
            <a:avLst/>
          </a:prstGeom>
          <a:noFill/>
          <a:ln w="9525">
            <a:noFill/>
          </a:ln>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eaLnBrk="1" hangingPunct="1"/>
            <a:r>
              <a:rPr lang="zh-CN" altLang="en-US" dirty="0"/>
              <a:t>UML系统建模与分析设计</a:t>
            </a:r>
            <a:endParaRPr lang="zh-CN" altLang="zh-CN" dirty="0"/>
          </a:p>
        </p:txBody>
      </p:sp>
      <p:sp>
        <p:nvSpPr>
          <p:cNvPr id="12292" name="灯片编号占位符 5"/>
          <p:cNvSpPr txBox="1">
            <a:spLocks noGrp="1"/>
          </p:cNvSpPr>
          <p:nvPr>
            <p:ph type="sldNum" sz="quarter" idx="10"/>
          </p:nvPr>
        </p:nvSpPr>
        <p:spPr>
          <a:xfrm>
            <a:off x="6580188" y="6313488"/>
            <a:ext cx="1905000" cy="457200"/>
          </a:xfrm>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fld id="{9A0DB2DC-4C9A-4742-B13C-FB6460FD3503}" type="slidenum">
              <a:rPr lang="zh-CN" altLang="en-US" sz="1200" dirty="0"/>
            </a:fld>
            <a:endParaRPr lang="zh-CN" altLang="en-US" sz="1200" dirty="0"/>
          </a:p>
        </p:txBody>
      </p:sp>
      <p:sp>
        <p:nvSpPr>
          <p:cNvPr id="12293" name="Rectangle 3"/>
          <p:cNvSpPr>
            <a:spLocks noGrp="1"/>
          </p:cNvSpPr>
          <p:nvPr>
            <p:ph idx="1"/>
          </p:nvPr>
        </p:nvSpPr>
        <p:spPr>
          <a:xfrm>
            <a:off x="314325" y="0"/>
            <a:ext cx="8569325" cy="5976938"/>
          </a:xfrm>
        </p:spPr>
        <p:txBody>
          <a:bodyPr vert="horz" wrap="square" lIns="91440" tIns="45720" rIns="91440" bIns="45720" anchor="t" anchorCtr="0"/>
          <a:p>
            <a:pPr>
              <a:buFontTx/>
              <a:buNone/>
            </a:pPr>
            <a:r>
              <a:rPr lang="en-US" altLang="zh-CN" b="1" dirty="0"/>
              <a:t>	</a:t>
            </a:r>
            <a:endParaRPr lang="zh-CN" altLang="en-US" b="1" dirty="0">
              <a:latin typeface="宋体" panose="02010600030101010101" pitchFamily="2" charset="-122"/>
            </a:endParaRPr>
          </a:p>
          <a:p>
            <a:pPr>
              <a:buFontTx/>
              <a:buNone/>
            </a:pPr>
            <a:r>
              <a:rPr lang="en-US" altLang="zh-CN" b="1" dirty="0"/>
              <a:t>6.1.4</a:t>
            </a:r>
            <a:r>
              <a:rPr lang="en-US" altLang="zh-CN" sz="3200" b="1" dirty="0">
                <a:latin typeface="宋体" panose="02010600030101010101" pitchFamily="2" charset="-122"/>
              </a:rPr>
              <a:t>  </a:t>
            </a:r>
            <a:r>
              <a:rPr lang="zh-CN" altLang="en-US" sz="3200" b="1" dirty="0">
                <a:latin typeface="宋体" panose="02010600030101010101" pitchFamily="2" charset="-122"/>
              </a:rPr>
              <a:t>系统设计的优化和审查</a:t>
            </a:r>
            <a:endParaRPr lang="zh-CN" altLang="en-US" sz="3200" b="1" dirty="0">
              <a:latin typeface="宋体" panose="02010600030101010101" pitchFamily="2" charset="-122"/>
            </a:endParaRPr>
          </a:p>
          <a:p>
            <a:pPr>
              <a:buNone/>
            </a:pPr>
            <a:endParaRPr lang="en-US" altLang="zh-CN" dirty="0"/>
          </a:p>
          <a:p>
            <a:pPr>
              <a:buFont typeface="Wingdings" panose="05000000000000000000" pitchFamily="2" charset="2"/>
              <a:buChar char="p"/>
            </a:pPr>
            <a:r>
              <a:rPr lang="zh-CN" altLang="en-US" dirty="0"/>
              <a:t>在系统设计过程中，特别要注意系统的优化设计，我们把一个复杂系统划分为几个子系统，每个子系统还可以划分为更小的子系统，而最小的子系统就是</a:t>
            </a:r>
            <a:r>
              <a:rPr lang="zh-CN" altLang="en-US" dirty="0">
                <a:solidFill>
                  <a:srgbClr val="FF0000"/>
                </a:solidFill>
              </a:rPr>
              <a:t>构件（模块），</a:t>
            </a:r>
            <a:r>
              <a:rPr lang="zh-CN" altLang="en-US" dirty="0"/>
              <a:t>是系统优化的前提，具有可复用性。</a:t>
            </a:r>
            <a:endParaRPr lang="en-US" altLang="zh-CN" dirty="0"/>
          </a:p>
          <a:p>
            <a:pPr>
              <a:buFont typeface="Wingdings" panose="05000000000000000000" pitchFamily="2" charset="2"/>
              <a:buChar char="p"/>
            </a:pPr>
            <a:r>
              <a:rPr lang="zh-CN" altLang="en-US" dirty="0"/>
              <a:t>设计中可以把几个功能相近的构件合并为一个构件，使系统更加简洁。在几个不同的子系统中可以使用具有某种功能的同一构件，这种复用的结果可以减少重复设计，提高开发效率。</a:t>
            </a:r>
            <a:br>
              <a:rPr lang="zh-CN" altLang="en-US" dirty="0"/>
            </a:br>
            <a:endParaRPr lang="zh-CN" altLang="en-US" dirty="0"/>
          </a:p>
          <a:p>
            <a:pPr>
              <a:buNone/>
            </a:pPr>
            <a:endParaRPr lang="en-US" altLang="zh-CN" dirty="0"/>
          </a:p>
          <a:p>
            <a:pPr>
              <a:buNone/>
            </a:pPr>
            <a:br>
              <a:rPr lang="zh-CN" altLang="en-US" dirty="0"/>
            </a:br>
            <a:endParaRPr lang="zh-CN" altLang="en-US" dirty="0"/>
          </a:p>
          <a:p>
            <a:pPr>
              <a:buFontTx/>
              <a:buNone/>
            </a:pPr>
            <a:endParaRPr lang="zh-CN" altLang="en-US" b="1" dirty="0">
              <a:latin typeface="宋体" panose="02010600030101010101" pitchFamily="2" charset="-122"/>
            </a:endParaRP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日期占位符 3"/>
          <p:cNvSpPr txBox="1">
            <a:spLocks noGrp="1"/>
          </p:cNvSpPr>
          <p:nvPr>
            <p:ph type="dt" sz="half"/>
          </p:nvPr>
        </p:nvSpPr>
        <p:spPr>
          <a:xfrm>
            <a:off x="7162800" y="6381750"/>
            <a:ext cx="1981200" cy="476250"/>
          </a:xfrm>
          <a:prstGeom prst="rect">
            <a:avLst/>
          </a:prstGeom>
          <a:noFill/>
          <a:ln w="9525">
            <a:noFill/>
          </a:ln>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fld id="{BB962C8B-B14F-4D97-AF65-F5344CB8AC3E}" type="datetime1">
              <a:rPr lang="zh-CN" altLang="en-US" sz="1200" dirty="0"/>
            </a:fld>
            <a:endParaRPr lang="zh-CN" altLang="en-US" sz="1200" dirty="0"/>
          </a:p>
        </p:txBody>
      </p:sp>
      <p:sp>
        <p:nvSpPr>
          <p:cNvPr id="13315" name="页脚占位符 4"/>
          <p:cNvSpPr txBox="1">
            <a:spLocks noGrp="1"/>
          </p:cNvSpPr>
          <p:nvPr>
            <p:ph type="ftr" sz="quarter"/>
          </p:nvPr>
        </p:nvSpPr>
        <p:spPr>
          <a:xfrm>
            <a:off x="3151188" y="6313488"/>
            <a:ext cx="2895600" cy="457200"/>
          </a:xfrm>
          <a:prstGeom prst="rect">
            <a:avLst/>
          </a:prstGeom>
          <a:noFill/>
          <a:ln w="9525">
            <a:noFill/>
          </a:ln>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eaLnBrk="1" hangingPunct="1"/>
            <a:r>
              <a:rPr lang="zh-CN" altLang="en-US" dirty="0"/>
              <a:t>UML系统建模与分析设计</a:t>
            </a:r>
            <a:endParaRPr lang="zh-CN" altLang="zh-CN" dirty="0"/>
          </a:p>
        </p:txBody>
      </p:sp>
      <p:sp>
        <p:nvSpPr>
          <p:cNvPr id="13316" name="灯片编号占位符 5"/>
          <p:cNvSpPr txBox="1">
            <a:spLocks noGrp="1"/>
          </p:cNvSpPr>
          <p:nvPr>
            <p:ph type="sldNum" sz="quarter" idx="10"/>
          </p:nvPr>
        </p:nvSpPr>
        <p:spPr>
          <a:xfrm>
            <a:off x="6580188" y="6313488"/>
            <a:ext cx="1905000" cy="457200"/>
          </a:xfrm>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fld id="{9A0DB2DC-4C9A-4742-B13C-FB6460FD3503}" type="slidenum">
              <a:rPr lang="zh-CN" altLang="en-US" sz="1200" dirty="0"/>
            </a:fld>
            <a:endParaRPr lang="zh-CN" altLang="en-US" sz="1200" dirty="0"/>
          </a:p>
        </p:txBody>
      </p:sp>
      <p:sp>
        <p:nvSpPr>
          <p:cNvPr id="13317" name="Rectangle 3"/>
          <p:cNvSpPr>
            <a:spLocks noGrp="1"/>
          </p:cNvSpPr>
          <p:nvPr>
            <p:ph idx="1"/>
          </p:nvPr>
        </p:nvSpPr>
        <p:spPr>
          <a:xfrm>
            <a:off x="395288" y="188913"/>
            <a:ext cx="8569325" cy="5156200"/>
          </a:xfrm>
        </p:spPr>
        <p:txBody>
          <a:bodyPr vert="horz" wrap="square" lIns="91440" tIns="45720" rIns="91440" bIns="45720" anchor="t" anchorCtr="0"/>
          <a:p>
            <a:pPr>
              <a:buFontTx/>
              <a:buNone/>
            </a:pPr>
            <a:r>
              <a:rPr lang="en-US" altLang="zh-CN" b="1" dirty="0"/>
              <a:t>	</a:t>
            </a:r>
            <a:endParaRPr lang="zh-CN" altLang="en-US" b="1" dirty="0">
              <a:latin typeface="宋体" panose="02010600030101010101" pitchFamily="2" charset="-122"/>
            </a:endParaRPr>
          </a:p>
          <a:p>
            <a:pPr>
              <a:buFontTx/>
              <a:buNone/>
            </a:pPr>
            <a:r>
              <a:rPr lang="en-US" altLang="zh-CN" b="1" dirty="0"/>
              <a:t>6.1.4</a:t>
            </a:r>
            <a:r>
              <a:rPr lang="en-US" altLang="zh-CN" sz="3200" b="1" dirty="0">
                <a:latin typeface="宋体" panose="02010600030101010101" pitchFamily="2" charset="-122"/>
              </a:rPr>
              <a:t>  </a:t>
            </a:r>
            <a:r>
              <a:rPr lang="zh-CN" altLang="en-US" sz="3200" b="1" dirty="0">
                <a:latin typeface="宋体" panose="02010600030101010101" pitchFamily="2" charset="-122"/>
              </a:rPr>
              <a:t>系统设计的优化和审查</a:t>
            </a:r>
            <a:endParaRPr lang="zh-CN" altLang="en-US" sz="3200" b="1" dirty="0">
              <a:latin typeface="宋体" panose="02010600030101010101" pitchFamily="2" charset="-122"/>
            </a:endParaRPr>
          </a:p>
          <a:p>
            <a:pPr>
              <a:buNone/>
            </a:pPr>
            <a:endParaRPr lang="en-US" altLang="zh-CN" dirty="0"/>
          </a:p>
          <a:p>
            <a:pPr>
              <a:buFont typeface="Wingdings" panose="05000000000000000000" pitchFamily="2" charset="2"/>
              <a:buChar char="p"/>
            </a:pPr>
            <a:r>
              <a:rPr lang="zh-CN" altLang="en-US" dirty="0">
                <a:solidFill>
                  <a:srgbClr val="FF0000"/>
                </a:solidFill>
              </a:rPr>
              <a:t>系统设计审查</a:t>
            </a:r>
            <a:r>
              <a:rPr lang="zh-CN" altLang="en-US" dirty="0"/>
              <a:t>就是根据用例</a:t>
            </a:r>
            <a:r>
              <a:rPr lang="en-US" altLang="zh-CN" dirty="0"/>
              <a:t>/</a:t>
            </a:r>
            <a:r>
              <a:rPr lang="zh-CN" altLang="en-US" dirty="0"/>
              <a:t>场景的描述，对所设计的系统和系统设计规格说明报告逐一进行严格审查，检查是否达到系统设计功能要求。</a:t>
            </a:r>
            <a:endParaRPr lang="en-US" altLang="zh-CN" dirty="0"/>
          </a:p>
          <a:p>
            <a:pPr>
              <a:buFont typeface="Wingdings" panose="05000000000000000000" pitchFamily="2" charset="2"/>
              <a:buChar char="p"/>
            </a:pPr>
            <a:r>
              <a:rPr lang="zh-CN" altLang="en-US" dirty="0"/>
              <a:t>如果发现功能没有达到用例的要求或有遗漏，依次返回，逐步检查，找到问题所在补充设计，实现其功能。这是一个反复迭代的过程。</a:t>
            </a:r>
            <a:br>
              <a:rPr lang="zh-CN" altLang="en-US" dirty="0"/>
            </a:br>
            <a:endParaRPr lang="zh-CN" altLang="en-US" dirty="0"/>
          </a:p>
          <a:p>
            <a:pPr>
              <a:buNone/>
            </a:pPr>
            <a:endParaRPr lang="en-US" altLang="zh-CN" dirty="0"/>
          </a:p>
          <a:p>
            <a:pPr>
              <a:buNone/>
            </a:pPr>
            <a:br>
              <a:rPr lang="zh-CN" altLang="en-US" dirty="0"/>
            </a:br>
            <a:endParaRPr lang="zh-CN" altLang="en-US" dirty="0"/>
          </a:p>
          <a:p>
            <a:pPr>
              <a:buFontTx/>
              <a:buNone/>
            </a:pPr>
            <a:endParaRPr lang="zh-CN" altLang="en-US" b="1" dirty="0">
              <a:latin typeface="宋体" panose="02010600030101010101" pitchFamily="2" charset="-122"/>
            </a:endParaRP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日期占位符 3"/>
          <p:cNvSpPr txBox="1">
            <a:spLocks noGrp="1"/>
          </p:cNvSpPr>
          <p:nvPr>
            <p:ph type="dt" sz="half"/>
          </p:nvPr>
        </p:nvSpPr>
        <p:spPr>
          <a:xfrm>
            <a:off x="7162800" y="6381750"/>
            <a:ext cx="1981200" cy="476250"/>
          </a:xfrm>
          <a:prstGeom prst="rect">
            <a:avLst/>
          </a:prstGeom>
          <a:noFill/>
          <a:ln w="9525">
            <a:noFill/>
          </a:ln>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fld id="{BB962C8B-B14F-4D97-AF65-F5344CB8AC3E}" type="datetime1">
              <a:rPr lang="zh-CN" altLang="en-US" sz="1200" dirty="0"/>
            </a:fld>
            <a:endParaRPr lang="zh-CN" altLang="en-US" sz="1200" dirty="0"/>
          </a:p>
        </p:txBody>
      </p:sp>
      <p:sp>
        <p:nvSpPr>
          <p:cNvPr id="14339" name="页脚占位符 4"/>
          <p:cNvSpPr txBox="1">
            <a:spLocks noGrp="1"/>
          </p:cNvSpPr>
          <p:nvPr>
            <p:ph type="ftr" sz="quarter"/>
          </p:nvPr>
        </p:nvSpPr>
        <p:spPr>
          <a:xfrm>
            <a:off x="3151188" y="6313488"/>
            <a:ext cx="2895600" cy="457200"/>
          </a:xfrm>
          <a:prstGeom prst="rect">
            <a:avLst/>
          </a:prstGeom>
          <a:noFill/>
          <a:ln w="9525">
            <a:noFill/>
          </a:ln>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eaLnBrk="1" hangingPunct="1"/>
            <a:r>
              <a:rPr lang="zh-CN" altLang="en-US" dirty="0"/>
              <a:t>UML系统建模与分析设计</a:t>
            </a:r>
            <a:endParaRPr lang="zh-CN" altLang="zh-CN" dirty="0"/>
          </a:p>
        </p:txBody>
      </p:sp>
      <p:sp>
        <p:nvSpPr>
          <p:cNvPr id="14340" name="灯片编号占位符 5"/>
          <p:cNvSpPr txBox="1">
            <a:spLocks noGrp="1"/>
          </p:cNvSpPr>
          <p:nvPr>
            <p:ph type="sldNum" sz="quarter" idx="10"/>
          </p:nvPr>
        </p:nvSpPr>
        <p:spPr>
          <a:xfrm>
            <a:off x="6580188" y="6313488"/>
            <a:ext cx="1905000" cy="457200"/>
          </a:xfrm>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fld id="{9A0DB2DC-4C9A-4742-B13C-FB6460FD3503}" type="slidenum">
              <a:rPr lang="zh-CN" altLang="en-US" sz="1200" dirty="0"/>
            </a:fld>
            <a:endParaRPr lang="zh-CN" altLang="en-US" sz="1200" dirty="0"/>
          </a:p>
        </p:txBody>
      </p:sp>
      <p:sp>
        <p:nvSpPr>
          <p:cNvPr id="14341" name="Rectangle 2"/>
          <p:cNvSpPr>
            <a:spLocks noGrp="1"/>
          </p:cNvSpPr>
          <p:nvPr>
            <p:ph type="title"/>
          </p:nvPr>
        </p:nvSpPr>
        <p:spPr>
          <a:xfrm>
            <a:off x="539750" y="404813"/>
            <a:ext cx="7772400" cy="579437"/>
          </a:xfrm>
        </p:spPr>
        <p:txBody>
          <a:bodyPr vert="horz" wrap="square" lIns="91440" tIns="45720" rIns="91440" bIns="45720" anchor="b" anchorCtr="0"/>
          <a:p>
            <a:r>
              <a:rPr lang="en-US" altLang="zh-CN" dirty="0">
                <a:solidFill>
                  <a:schemeClr val="tx1"/>
                </a:solidFill>
                <a:latin typeface="宋体" panose="02010600030101010101" pitchFamily="2" charset="-122"/>
              </a:rPr>
              <a:t>6.1.5  </a:t>
            </a:r>
            <a:r>
              <a:rPr lang="zh-CN" altLang="en-US" dirty="0">
                <a:solidFill>
                  <a:schemeClr val="tx1"/>
                </a:solidFill>
                <a:latin typeface="宋体" panose="02010600030101010101" pitchFamily="2" charset="-122"/>
              </a:rPr>
              <a:t>系统设计规格说明报告</a:t>
            </a:r>
            <a:endParaRPr lang="zh-CN" altLang="en-US" dirty="0">
              <a:solidFill>
                <a:schemeClr val="tx1"/>
              </a:solidFill>
              <a:latin typeface="宋体" panose="02010600030101010101" pitchFamily="2" charset="-122"/>
            </a:endParaRPr>
          </a:p>
        </p:txBody>
      </p:sp>
      <p:pic>
        <p:nvPicPr>
          <p:cNvPr id="14342" name="Picture 5"/>
          <p:cNvPicPr>
            <a:picLocks noChangeAspect="1"/>
          </p:cNvPicPr>
          <p:nvPr/>
        </p:nvPicPr>
        <p:blipFill>
          <a:blip r:embed="rId1"/>
          <a:srcRect l="12022" t="19608" r="17888" b="11757"/>
          <a:stretch>
            <a:fillRect/>
          </a:stretch>
        </p:blipFill>
        <p:spPr>
          <a:xfrm>
            <a:off x="468313" y="1052513"/>
            <a:ext cx="7920037" cy="5402262"/>
          </a:xfrm>
          <a:prstGeom prst="rect">
            <a:avLst/>
          </a:prstGeom>
          <a:noFill/>
          <a:ln w="9525">
            <a:noFill/>
          </a:ln>
        </p:spPr>
      </p:pic>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日期占位符 3"/>
          <p:cNvSpPr txBox="1">
            <a:spLocks noGrp="1"/>
          </p:cNvSpPr>
          <p:nvPr>
            <p:ph type="dt" sz="half"/>
          </p:nvPr>
        </p:nvSpPr>
        <p:spPr>
          <a:xfrm>
            <a:off x="7162800" y="6381750"/>
            <a:ext cx="1981200" cy="476250"/>
          </a:xfrm>
          <a:prstGeom prst="rect">
            <a:avLst/>
          </a:prstGeom>
          <a:noFill/>
          <a:ln w="9525">
            <a:noFill/>
          </a:ln>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fld id="{BB962C8B-B14F-4D97-AF65-F5344CB8AC3E}" type="datetime1">
              <a:rPr lang="zh-CN" altLang="en-US" sz="1200" dirty="0"/>
            </a:fld>
            <a:endParaRPr lang="zh-CN" altLang="en-US" sz="1200" dirty="0"/>
          </a:p>
        </p:txBody>
      </p:sp>
      <p:sp>
        <p:nvSpPr>
          <p:cNvPr id="15363" name="页脚占位符 4"/>
          <p:cNvSpPr txBox="1">
            <a:spLocks noGrp="1"/>
          </p:cNvSpPr>
          <p:nvPr>
            <p:ph type="ftr" sz="quarter"/>
          </p:nvPr>
        </p:nvSpPr>
        <p:spPr>
          <a:xfrm>
            <a:off x="3151188" y="6313488"/>
            <a:ext cx="2895600" cy="457200"/>
          </a:xfrm>
          <a:prstGeom prst="rect">
            <a:avLst/>
          </a:prstGeom>
          <a:noFill/>
          <a:ln w="9525">
            <a:noFill/>
          </a:ln>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eaLnBrk="1" hangingPunct="1"/>
            <a:r>
              <a:rPr lang="zh-CN" altLang="en-US" dirty="0"/>
              <a:t>UML系统建模与分析设计</a:t>
            </a:r>
            <a:endParaRPr lang="zh-CN" altLang="zh-CN" dirty="0"/>
          </a:p>
        </p:txBody>
      </p:sp>
      <p:sp>
        <p:nvSpPr>
          <p:cNvPr id="15364" name="灯片编号占位符 5"/>
          <p:cNvSpPr txBox="1">
            <a:spLocks noGrp="1"/>
          </p:cNvSpPr>
          <p:nvPr>
            <p:ph type="sldNum" sz="quarter" idx="10"/>
          </p:nvPr>
        </p:nvSpPr>
        <p:spPr>
          <a:xfrm>
            <a:off x="6580188" y="6313488"/>
            <a:ext cx="1905000" cy="457200"/>
          </a:xfrm>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fld id="{9A0DB2DC-4C9A-4742-B13C-FB6460FD3503}" type="slidenum">
              <a:rPr lang="zh-CN" altLang="en-US" sz="1200" dirty="0"/>
            </a:fld>
            <a:endParaRPr lang="zh-CN" altLang="en-US" sz="1200" dirty="0"/>
          </a:p>
        </p:txBody>
      </p:sp>
      <p:sp>
        <p:nvSpPr>
          <p:cNvPr id="15365" name="Rectangle 2"/>
          <p:cNvSpPr>
            <a:spLocks noGrp="1"/>
          </p:cNvSpPr>
          <p:nvPr>
            <p:ph type="title"/>
          </p:nvPr>
        </p:nvSpPr>
        <p:spPr>
          <a:xfrm>
            <a:off x="539750" y="406400"/>
            <a:ext cx="7772400" cy="641350"/>
          </a:xfrm>
        </p:spPr>
        <p:txBody>
          <a:bodyPr vert="horz" wrap="square" lIns="91440" tIns="45720" rIns="91440" bIns="45720" anchor="b" anchorCtr="0"/>
          <a:p>
            <a:r>
              <a:rPr lang="en-US" altLang="zh-CN" sz="3600" b="1" dirty="0">
                <a:solidFill>
                  <a:srgbClr val="FF0000"/>
                </a:solidFill>
                <a:latin typeface="宋体" panose="02010600030101010101" pitchFamily="2" charset="-122"/>
              </a:rPr>
              <a:t>6.2  </a:t>
            </a:r>
            <a:r>
              <a:rPr lang="zh-CN" altLang="en-US" sz="3600" b="1" dirty="0">
                <a:solidFill>
                  <a:srgbClr val="FF0000"/>
                </a:solidFill>
                <a:latin typeface="宋体" panose="02010600030101010101" pitchFamily="2" charset="-122"/>
              </a:rPr>
              <a:t>交互模型建模</a:t>
            </a:r>
            <a:endParaRPr lang="zh-CN" altLang="en-US" sz="3600" b="1" dirty="0">
              <a:solidFill>
                <a:srgbClr val="FF0000"/>
              </a:solidFill>
              <a:latin typeface="宋体" panose="02010600030101010101" pitchFamily="2" charset="-122"/>
            </a:endParaRPr>
          </a:p>
        </p:txBody>
      </p:sp>
      <p:sp>
        <p:nvSpPr>
          <p:cNvPr id="15366" name="Rectangle 3"/>
          <p:cNvSpPr>
            <a:spLocks noGrp="1"/>
          </p:cNvSpPr>
          <p:nvPr>
            <p:ph idx="1"/>
          </p:nvPr>
        </p:nvSpPr>
        <p:spPr>
          <a:xfrm>
            <a:off x="539750" y="1773238"/>
            <a:ext cx="8424863" cy="3814762"/>
          </a:xfrm>
        </p:spPr>
        <p:txBody>
          <a:bodyPr vert="horz" wrap="square" lIns="91440" tIns="45720" rIns="91440" bIns="45720" anchor="t" anchorCtr="0"/>
          <a:p>
            <a:pPr>
              <a:lnSpc>
                <a:spcPct val="90000"/>
              </a:lnSpc>
              <a:buFont typeface="Wingdings" panose="05000000000000000000" pitchFamily="2" charset="2"/>
              <a:buChar char="p"/>
            </a:pPr>
            <a:r>
              <a:rPr lang="zh-CN" altLang="en-US" sz="2800" b="1" dirty="0"/>
              <a:t>在面向对象的分析与设计中，顺序图和合作图主要用于对用例图中的控制流进行建模，用它们来描述用例图的行为。</a:t>
            </a:r>
            <a:endParaRPr lang="en-US" altLang="zh-CN" sz="2800" b="1" dirty="0"/>
          </a:p>
          <a:p>
            <a:pPr>
              <a:lnSpc>
                <a:spcPct val="90000"/>
              </a:lnSpc>
              <a:buFont typeface="Wingdings" panose="05000000000000000000" pitchFamily="2" charset="2"/>
              <a:buChar char="p"/>
            </a:pPr>
            <a:r>
              <a:rPr lang="zh-CN" altLang="en-US" sz="2800" b="1" dirty="0"/>
              <a:t>它们有共同的模型元素：对象、消息、连接等，用这些模型元素描述某个用例中的实例对象和这些对象之间如何进行消息传递，以此对系统的交互行为建模。</a:t>
            </a:r>
            <a:endParaRPr lang="zh-CN" altLang="en-US" sz="2000" b="1" dirty="0">
              <a:latin typeface="宋体" panose="02010600030101010101" pitchFamily="2" charset="-122"/>
            </a:endParaRP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日期占位符 3"/>
          <p:cNvSpPr txBox="1">
            <a:spLocks noGrp="1"/>
          </p:cNvSpPr>
          <p:nvPr>
            <p:ph type="dt" sz="half"/>
          </p:nvPr>
        </p:nvSpPr>
        <p:spPr>
          <a:xfrm>
            <a:off x="7162800" y="6381750"/>
            <a:ext cx="1981200" cy="476250"/>
          </a:xfrm>
          <a:prstGeom prst="rect">
            <a:avLst/>
          </a:prstGeom>
          <a:noFill/>
          <a:ln w="9525">
            <a:noFill/>
          </a:ln>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fld id="{BB962C8B-B14F-4D97-AF65-F5344CB8AC3E}" type="datetime1">
              <a:rPr lang="zh-CN" altLang="en-US" sz="1200" dirty="0"/>
            </a:fld>
            <a:endParaRPr lang="zh-CN" altLang="en-US" sz="1200" dirty="0"/>
          </a:p>
        </p:txBody>
      </p:sp>
      <p:sp>
        <p:nvSpPr>
          <p:cNvPr id="16387" name="页脚占位符 4"/>
          <p:cNvSpPr txBox="1">
            <a:spLocks noGrp="1"/>
          </p:cNvSpPr>
          <p:nvPr>
            <p:ph type="ftr" sz="quarter"/>
          </p:nvPr>
        </p:nvSpPr>
        <p:spPr>
          <a:xfrm>
            <a:off x="3151188" y="6313488"/>
            <a:ext cx="2895600" cy="457200"/>
          </a:xfrm>
          <a:prstGeom prst="rect">
            <a:avLst/>
          </a:prstGeom>
          <a:noFill/>
          <a:ln w="9525">
            <a:noFill/>
          </a:ln>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eaLnBrk="1" hangingPunct="1"/>
            <a:r>
              <a:rPr lang="zh-CN" altLang="en-US" dirty="0"/>
              <a:t>UML系统建模与分析设计</a:t>
            </a:r>
            <a:endParaRPr lang="zh-CN" altLang="zh-CN" dirty="0"/>
          </a:p>
        </p:txBody>
      </p:sp>
      <p:sp>
        <p:nvSpPr>
          <p:cNvPr id="16388" name="灯片编号占位符 5"/>
          <p:cNvSpPr txBox="1">
            <a:spLocks noGrp="1"/>
          </p:cNvSpPr>
          <p:nvPr>
            <p:ph type="sldNum" sz="quarter" idx="10"/>
          </p:nvPr>
        </p:nvSpPr>
        <p:spPr>
          <a:xfrm>
            <a:off x="6580188" y="6313488"/>
            <a:ext cx="1905000" cy="457200"/>
          </a:xfrm>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fld id="{9A0DB2DC-4C9A-4742-B13C-FB6460FD3503}" type="slidenum">
              <a:rPr lang="zh-CN" altLang="en-US" sz="1200" dirty="0"/>
            </a:fld>
            <a:endParaRPr lang="zh-CN" altLang="en-US" sz="1200" dirty="0"/>
          </a:p>
        </p:txBody>
      </p:sp>
      <p:sp>
        <p:nvSpPr>
          <p:cNvPr id="16389" name="Rectangle 2"/>
          <p:cNvSpPr>
            <a:spLocks noGrp="1"/>
          </p:cNvSpPr>
          <p:nvPr>
            <p:ph type="title"/>
          </p:nvPr>
        </p:nvSpPr>
        <p:spPr>
          <a:xfrm>
            <a:off x="539750" y="449263"/>
            <a:ext cx="7772400" cy="641350"/>
          </a:xfrm>
        </p:spPr>
        <p:txBody>
          <a:bodyPr vert="horz" wrap="square" lIns="91440" tIns="45720" rIns="91440" bIns="45720" anchor="b" anchorCtr="0"/>
          <a:p>
            <a:r>
              <a:rPr lang="en-US" altLang="zh-CN" sz="3600" b="1" dirty="0">
                <a:solidFill>
                  <a:srgbClr val="FF0000"/>
                </a:solidFill>
                <a:latin typeface="宋体" panose="02010600030101010101" pitchFamily="2" charset="-122"/>
              </a:rPr>
              <a:t>6.2  </a:t>
            </a:r>
            <a:r>
              <a:rPr lang="zh-CN" altLang="en-US" sz="3600" b="1" dirty="0">
                <a:solidFill>
                  <a:srgbClr val="FF0000"/>
                </a:solidFill>
                <a:latin typeface="宋体" panose="02010600030101010101" pitchFamily="2" charset="-122"/>
              </a:rPr>
              <a:t>交互模型建模</a:t>
            </a:r>
            <a:endParaRPr lang="zh-CN" altLang="en-US" sz="3600" b="1" dirty="0">
              <a:solidFill>
                <a:srgbClr val="FF0000"/>
              </a:solidFill>
              <a:latin typeface="宋体" panose="02010600030101010101" pitchFamily="2" charset="-122"/>
            </a:endParaRPr>
          </a:p>
        </p:txBody>
      </p:sp>
      <p:sp>
        <p:nvSpPr>
          <p:cNvPr id="16390" name="Rectangle 3"/>
          <p:cNvSpPr>
            <a:spLocks noGrp="1"/>
          </p:cNvSpPr>
          <p:nvPr>
            <p:ph idx="1"/>
          </p:nvPr>
        </p:nvSpPr>
        <p:spPr>
          <a:xfrm>
            <a:off x="539750" y="1773238"/>
            <a:ext cx="8424863" cy="3814762"/>
          </a:xfrm>
        </p:spPr>
        <p:txBody>
          <a:bodyPr vert="horz" wrap="square" lIns="91440" tIns="45720" rIns="91440" bIns="45720" anchor="t" anchorCtr="0"/>
          <a:p>
            <a:pPr>
              <a:lnSpc>
                <a:spcPct val="120000"/>
              </a:lnSpc>
              <a:buFont typeface="Wingdings" panose="05000000000000000000" pitchFamily="2" charset="2"/>
              <a:buChar char="p"/>
            </a:pPr>
            <a:r>
              <a:rPr lang="zh-CN" altLang="en-US" sz="2800" b="1" dirty="0"/>
              <a:t>在面向对象的分析与设计中，顺序图和合作图主要用于对用例图中的控制流进行建模，用它们来描述用例图的行为。</a:t>
            </a:r>
            <a:endParaRPr lang="en-US" altLang="zh-CN" sz="2800" b="1" dirty="0"/>
          </a:p>
          <a:p>
            <a:pPr>
              <a:lnSpc>
                <a:spcPct val="120000"/>
              </a:lnSpc>
              <a:buFont typeface="Wingdings" panose="05000000000000000000" pitchFamily="2" charset="2"/>
              <a:buChar char="p"/>
            </a:pPr>
            <a:r>
              <a:rPr lang="zh-CN" altLang="en-US" sz="2800" b="1" dirty="0"/>
              <a:t>它们有共同的模型元素：对象、消息、连接等，用这些模型元素描述某个用例中的实例对象和这些对象之间如何进行消息传递，以此对系统的交互行为建模。</a:t>
            </a:r>
            <a:endParaRPr lang="zh-CN" altLang="en-US" sz="2000" b="1" dirty="0">
              <a:latin typeface="宋体" panose="02010600030101010101" pitchFamily="2" charset="-122"/>
            </a:endParaRP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日期占位符 3"/>
          <p:cNvSpPr txBox="1">
            <a:spLocks noGrp="1"/>
          </p:cNvSpPr>
          <p:nvPr>
            <p:ph type="dt" sz="half"/>
          </p:nvPr>
        </p:nvSpPr>
        <p:spPr>
          <a:xfrm>
            <a:off x="7162800" y="6381750"/>
            <a:ext cx="1981200" cy="476250"/>
          </a:xfrm>
          <a:prstGeom prst="rect">
            <a:avLst/>
          </a:prstGeom>
          <a:noFill/>
          <a:ln w="9525">
            <a:noFill/>
          </a:ln>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fld id="{BB962C8B-B14F-4D97-AF65-F5344CB8AC3E}" type="datetime1">
              <a:rPr lang="zh-CN" altLang="en-US" sz="1200" dirty="0"/>
            </a:fld>
            <a:endParaRPr lang="zh-CN" altLang="en-US" sz="1200" dirty="0"/>
          </a:p>
        </p:txBody>
      </p:sp>
      <p:sp>
        <p:nvSpPr>
          <p:cNvPr id="17411" name="页脚占位符 4"/>
          <p:cNvSpPr txBox="1">
            <a:spLocks noGrp="1"/>
          </p:cNvSpPr>
          <p:nvPr>
            <p:ph type="ftr" sz="quarter"/>
          </p:nvPr>
        </p:nvSpPr>
        <p:spPr>
          <a:xfrm>
            <a:off x="3151188" y="6313488"/>
            <a:ext cx="2895600" cy="457200"/>
          </a:xfrm>
          <a:prstGeom prst="rect">
            <a:avLst/>
          </a:prstGeom>
          <a:noFill/>
          <a:ln w="9525">
            <a:noFill/>
          </a:ln>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eaLnBrk="1" hangingPunct="1"/>
            <a:r>
              <a:rPr lang="zh-CN" altLang="en-US" dirty="0"/>
              <a:t>UML系统建模与分析设计</a:t>
            </a:r>
            <a:endParaRPr lang="zh-CN" altLang="zh-CN" dirty="0"/>
          </a:p>
        </p:txBody>
      </p:sp>
      <p:sp>
        <p:nvSpPr>
          <p:cNvPr id="17412" name="灯片编号占位符 5"/>
          <p:cNvSpPr txBox="1">
            <a:spLocks noGrp="1"/>
          </p:cNvSpPr>
          <p:nvPr>
            <p:ph type="sldNum" sz="quarter" idx="10"/>
          </p:nvPr>
        </p:nvSpPr>
        <p:spPr>
          <a:xfrm>
            <a:off x="6580188" y="6313488"/>
            <a:ext cx="1905000" cy="457200"/>
          </a:xfrm>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fld id="{9A0DB2DC-4C9A-4742-B13C-FB6460FD3503}" type="slidenum">
              <a:rPr lang="zh-CN" altLang="en-US" sz="1200" dirty="0"/>
            </a:fld>
            <a:endParaRPr lang="zh-CN" altLang="en-US" sz="1200" dirty="0"/>
          </a:p>
        </p:txBody>
      </p:sp>
      <p:sp>
        <p:nvSpPr>
          <p:cNvPr id="17413" name="Rectangle 3"/>
          <p:cNvSpPr>
            <a:spLocks noGrp="1"/>
          </p:cNvSpPr>
          <p:nvPr>
            <p:ph idx="1"/>
          </p:nvPr>
        </p:nvSpPr>
        <p:spPr>
          <a:xfrm>
            <a:off x="539750" y="1125538"/>
            <a:ext cx="8424863" cy="5183187"/>
          </a:xfrm>
        </p:spPr>
        <p:txBody>
          <a:bodyPr vert="horz" wrap="square" lIns="91440" tIns="45720" rIns="91440" bIns="45720" anchor="t" anchorCtr="0"/>
          <a:p>
            <a:pPr>
              <a:lnSpc>
                <a:spcPct val="90000"/>
              </a:lnSpc>
              <a:buFontTx/>
              <a:buNone/>
            </a:pPr>
            <a:r>
              <a:rPr lang="en-US" altLang="zh-CN" sz="3200" b="1" dirty="0">
                <a:solidFill>
                  <a:srgbClr val="FF0000"/>
                </a:solidFill>
              </a:rPr>
              <a:t>6.2.1</a:t>
            </a:r>
            <a:r>
              <a:rPr lang="en-US" altLang="zh-CN" sz="3200" b="1" dirty="0">
                <a:solidFill>
                  <a:srgbClr val="FF0000"/>
                </a:solidFill>
                <a:latin typeface="宋体" panose="02010600030101010101" pitchFamily="2" charset="-122"/>
              </a:rPr>
              <a:t>  </a:t>
            </a:r>
            <a:r>
              <a:rPr lang="zh-CN" altLang="en-US" sz="3200" b="1" dirty="0">
                <a:solidFill>
                  <a:srgbClr val="FF0000"/>
                </a:solidFill>
                <a:latin typeface="宋体" panose="02010600030101010101" pitchFamily="2" charset="-122"/>
              </a:rPr>
              <a:t>对象之间的通信</a:t>
            </a:r>
            <a:endParaRPr lang="zh-CN" altLang="en-US" sz="3200" b="1" dirty="0">
              <a:solidFill>
                <a:srgbClr val="FF0000"/>
              </a:solidFill>
              <a:latin typeface="宋体" panose="02010600030101010101" pitchFamily="2" charset="-122"/>
            </a:endParaRPr>
          </a:p>
          <a:p>
            <a:pPr>
              <a:lnSpc>
                <a:spcPct val="90000"/>
              </a:lnSpc>
              <a:buFontTx/>
              <a:buNone/>
            </a:pPr>
            <a:r>
              <a:rPr lang="zh-CN" altLang="en-US" sz="2400" b="1" dirty="0">
                <a:latin typeface="宋体" panose="02010600030101010101" pitchFamily="2" charset="-122"/>
              </a:rPr>
              <a:t>消息内容标识的格式为：</a:t>
            </a:r>
            <a:endParaRPr lang="zh-CN" altLang="en-US" sz="2400" b="1" dirty="0">
              <a:latin typeface="宋体" panose="02010600030101010101" pitchFamily="2" charset="-122"/>
            </a:endParaRPr>
          </a:p>
          <a:p>
            <a:pPr>
              <a:lnSpc>
                <a:spcPct val="90000"/>
              </a:lnSpc>
              <a:buFontTx/>
              <a:buNone/>
            </a:pPr>
            <a:r>
              <a:rPr lang="en-US" altLang="zh-CN" sz="2400" b="1" dirty="0">
                <a:latin typeface="宋体" panose="02010600030101010101" pitchFamily="2" charset="-122"/>
              </a:rPr>
              <a:t>[</a:t>
            </a:r>
            <a:r>
              <a:rPr lang="zh-CN" altLang="en-US" sz="2400" b="1" dirty="0">
                <a:latin typeface="宋体" panose="02010600030101010101" pitchFamily="2" charset="-122"/>
              </a:rPr>
              <a:t>序号</a:t>
            </a:r>
            <a:r>
              <a:rPr lang="en-US" altLang="zh-CN" sz="2400" b="1" dirty="0">
                <a:latin typeface="宋体" panose="02010600030101010101" pitchFamily="2" charset="-122"/>
              </a:rPr>
              <a:t>][</a:t>
            </a:r>
            <a:r>
              <a:rPr lang="zh-CN" altLang="en-US" sz="2400" b="1" dirty="0">
                <a:latin typeface="宋体" panose="02010600030101010101" pitchFamily="2" charset="-122"/>
              </a:rPr>
              <a:t>警戒条件</a:t>
            </a:r>
            <a:r>
              <a:rPr lang="en-US" altLang="zh-CN" sz="2400" b="1" dirty="0">
                <a:latin typeface="宋体" panose="02010600030101010101" pitchFamily="2" charset="-122"/>
              </a:rPr>
              <a:t>]*[</a:t>
            </a:r>
            <a:r>
              <a:rPr lang="zh-CN" altLang="en-US" sz="2400" b="1" dirty="0">
                <a:latin typeface="宋体" panose="02010600030101010101" pitchFamily="2" charset="-122"/>
              </a:rPr>
              <a:t>重复次数</a:t>
            </a:r>
            <a:r>
              <a:rPr lang="en-US" altLang="zh-CN" sz="2400" b="1" dirty="0">
                <a:latin typeface="宋体" panose="02010600030101010101" pitchFamily="2" charset="-122"/>
              </a:rPr>
              <a:t>][</a:t>
            </a:r>
            <a:r>
              <a:rPr lang="zh-CN" altLang="en-US" sz="2400" b="1" dirty="0">
                <a:latin typeface="宋体" panose="02010600030101010101" pitchFamily="2" charset="-122"/>
              </a:rPr>
              <a:t>回送值表：</a:t>
            </a:r>
            <a:r>
              <a:rPr lang="en-US" altLang="zh-CN" sz="2400" b="1" dirty="0">
                <a:latin typeface="宋体" panose="02010600030101010101" pitchFamily="2" charset="-122"/>
              </a:rPr>
              <a:t>= ]</a:t>
            </a:r>
            <a:r>
              <a:rPr lang="zh-CN" altLang="en-US" sz="2400" b="1" dirty="0">
                <a:latin typeface="宋体" panose="02010600030101010101" pitchFamily="2" charset="-122"/>
              </a:rPr>
              <a:t>操作名参数表）</a:t>
            </a:r>
            <a:endParaRPr lang="zh-CN" altLang="en-US" sz="2400" b="1" dirty="0">
              <a:latin typeface="宋体" panose="02010600030101010101" pitchFamily="2" charset="-122"/>
            </a:endParaRPr>
          </a:p>
          <a:p>
            <a:pPr>
              <a:lnSpc>
                <a:spcPct val="90000"/>
              </a:lnSpc>
              <a:buFontTx/>
              <a:buNone/>
            </a:pPr>
            <a:r>
              <a:rPr lang="zh-CN" altLang="en-US" sz="2400" b="1" dirty="0">
                <a:latin typeface="宋体" panose="02010600030101010101" pitchFamily="2" charset="-122"/>
              </a:rPr>
              <a:t>使用规则：</a:t>
            </a:r>
            <a:endParaRPr lang="zh-CN" altLang="en-US" sz="2400" b="1" dirty="0">
              <a:latin typeface="宋体" panose="02010600030101010101" pitchFamily="2" charset="-122"/>
            </a:endParaRPr>
          </a:p>
          <a:p>
            <a:pPr>
              <a:lnSpc>
                <a:spcPct val="90000"/>
              </a:lnSpc>
              <a:buFontTx/>
              <a:buNone/>
            </a:pPr>
            <a:r>
              <a:rPr lang="en-US" altLang="zh-CN" sz="2400" b="1" dirty="0">
                <a:latin typeface="宋体" panose="02010600030101010101" pitchFamily="2" charset="-122"/>
              </a:rPr>
              <a:t>1</a:t>
            </a:r>
            <a:r>
              <a:rPr lang="zh-CN" altLang="en-US" sz="2400" b="1" dirty="0">
                <a:latin typeface="宋体" panose="02010600030101010101" pitchFamily="2" charset="-122"/>
              </a:rPr>
              <a:t>．序号：表示消息在对象间交互的时间顺序号。</a:t>
            </a:r>
            <a:endParaRPr lang="zh-CN" altLang="en-US" sz="2400" b="1" dirty="0">
              <a:latin typeface="宋体" panose="02010600030101010101" pitchFamily="2" charset="-122"/>
            </a:endParaRPr>
          </a:p>
          <a:p>
            <a:pPr>
              <a:lnSpc>
                <a:spcPct val="90000"/>
              </a:lnSpc>
              <a:buFontTx/>
              <a:buNone/>
            </a:pPr>
            <a:r>
              <a:rPr lang="en-US" altLang="zh-CN" sz="2400" b="1" dirty="0">
                <a:latin typeface="宋体" panose="02010600030101010101" pitchFamily="2" charset="-122"/>
              </a:rPr>
              <a:t>2</a:t>
            </a:r>
            <a:r>
              <a:rPr lang="zh-CN" altLang="en-US" sz="2400" b="1" dirty="0">
                <a:latin typeface="宋体" panose="02010600030101010101" pitchFamily="2" charset="-122"/>
              </a:rPr>
              <a:t>．</a:t>
            </a:r>
            <a:r>
              <a:rPr lang="en-US" altLang="zh-CN" sz="2400" b="1" dirty="0">
                <a:latin typeface="宋体" panose="02010600030101010101" pitchFamily="2" charset="-122"/>
              </a:rPr>
              <a:t>[</a:t>
            </a:r>
            <a:r>
              <a:rPr lang="zh-CN" altLang="en-US" sz="2400" b="1" dirty="0">
                <a:latin typeface="宋体" panose="02010600030101010101" pitchFamily="2" charset="-122"/>
              </a:rPr>
              <a:t>警戒条件</a:t>
            </a:r>
            <a:r>
              <a:rPr lang="en-US" altLang="zh-CN" sz="2400" b="1" dirty="0">
                <a:latin typeface="宋体" panose="02010600030101010101" pitchFamily="2" charset="-122"/>
              </a:rPr>
              <a:t>]</a:t>
            </a:r>
            <a:r>
              <a:rPr lang="zh-CN" altLang="en-US" sz="2400" b="1" dirty="0">
                <a:latin typeface="宋体" panose="02010600030101010101" pitchFamily="2" charset="-122"/>
              </a:rPr>
              <a:t>：选择项，为一布尔条件表达式。</a:t>
            </a:r>
            <a:endParaRPr lang="zh-CN" altLang="en-US" sz="2400" b="1" dirty="0">
              <a:latin typeface="宋体" panose="02010600030101010101" pitchFamily="2" charset="-122"/>
            </a:endParaRPr>
          </a:p>
          <a:p>
            <a:pPr>
              <a:lnSpc>
                <a:spcPct val="90000"/>
              </a:lnSpc>
              <a:buFontTx/>
              <a:buNone/>
            </a:pPr>
            <a:r>
              <a:rPr lang="en-US" altLang="zh-CN" sz="2400" b="1" dirty="0">
                <a:latin typeface="宋体" panose="02010600030101010101" pitchFamily="2" charset="-122"/>
              </a:rPr>
              <a:t>3</a:t>
            </a:r>
            <a:r>
              <a:rPr lang="zh-CN" altLang="en-US" sz="2400" b="1" dirty="0">
                <a:latin typeface="宋体" panose="02010600030101010101" pitchFamily="2" charset="-122"/>
              </a:rPr>
              <a:t>．*</a:t>
            </a:r>
            <a:r>
              <a:rPr lang="en-US" altLang="zh-CN" sz="2400" b="1" dirty="0">
                <a:latin typeface="宋体" panose="02010600030101010101" pitchFamily="2" charset="-122"/>
              </a:rPr>
              <a:t>[</a:t>
            </a:r>
            <a:r>
              <a:rPr lang="zh-CN" altLang="en-US" sz="2400" b="1" dirty="0">
                <a:latin typeface="宋体" panose="02010600030101010101" pitchFamily="2" charset="-122"/>
              </a:rPr>
              <a:t>重复次数</a:t>
            </a:r>
            <a:r>
              <a:rPr lang="en-US" altLang="zh-CN" sz="2400" b="1" dirty="0">
                <a:latin typeface="宋体" panose="02010600030101010101" pitchFamily="2" charset="-122"/>
              </a:rPr>
              <a:t>]</a:t>
            </a:r>
            <a:r>
              <a:rPr lang="zh-CN" altLang="en-US" sz="2400" b="1" dirty="0">
                <a:latin typeface="宋体" panose="02010600030101010101" pitchFamily="2" charset="-122"/>
              </a:rPr>
              <a:t>：选择项，表示消息重复发送的次数。</a:t>
            </a:r>
            <a:endParaRPr lang="zh-CN" altLang="en-US" sz="2400" b="1" dirty="0">
              <a:latin typeface="宋体" panose="02010600030101010101" pitchFamily="2" charset="-122"/>
            </a:endParaRPr>
          </a:p>
          <a:p>
            <a:pPr>
              <a:lnSpc>
                <a:spcPct val="90000"/>
              </a:lnSpc>
              <a:buFontTx/>
              <a:buNone/>
            </a:pPr>
            <a:r>
              <a:rPr lang="en-US" altLang="zh-CN" sz="2400" b="1" dirty="0">
                <a:latin typeface="宋体" panose="02010600030101010101" pitchFamily="2" charset="-122"/>
              </a:rPr>
              <a:t>4</a:t>
            </a:r>
            <a:r>
              <a:rPr lang="zh-CN" altLang="en-US" sz="2400" b="1" dirty="0">
                <a:latin typeface="宋体" panose="02010600030101010101" pitchFamily="2" charset="-122"/>
              </a:rPr>
              <a:t>．回送值表：以“，”区分的名字表列，分别表示完成指定操作后返回的系列值。可缺省。</a:t>
            </a:r>
            <a:endParaRPr lang="zh-CN" altLang="en-US" sz="2400" b="1" dirty="0">
              <a:latin typeface="宋体" panose="02010600030101010101" pitchFamily="2" charset="-122"/>
            </a:endParaRPr>
          </a:p>
          <a:p>
            <a:pPr>
              <a:lnSpc>
                <a:spcPct val="90000"/>
              </a:lnSpc>
              <a:buFontTx/>
              <a:buNone/>
            </a:pPr>
            <a:r>
              <a:rPr lang="en-US" altLang="zh-CN" sz="2400" b="1" dirty="0">
                <a:latin typeface="宋体" panose="02010600030101010101" pitchFamily="2" charset="-122"/>
              </a:rPr>
              <a:t>5</a:t>
            </a:r>
            <a:r>
              <a:rPr lang="zh-CN" altLang="en-US" sz="2400" b="1" dirty="0">
                <a:latin typeface="宋体" panose="02010600030101010101" pitchFamily="2" charset="-122"/>
              </a:rPr>
              <a:t>．操作名：必须是接收该消息的对象类角色中的操作名。</a:t>
            </a:r>
            <a:endParaRPr lang="zh-CN" altLang="en-US" sz="2400" b="1" dirty="0">
              <a:latin typeface="宋体" panose="02010600030101010101" pitchFamily="2" charset="-122"/>
            </a:endParaRPr>
          </a:p>
          <a:p>
            <a:pPr>
              <a:lnSpc>
                <a:spcPct val="90000"/>
              </a:lnSpc>
              <a:buFontTx/>
              <a:buNone/>
            </a:pPr>
            <a:r>
              <a:rPr lang="en-US" altLang="zh-CN" sz="2400" b="1" dirty="0">
                <a:latin typeface="宋体" panose="02010600030101010101" pitchFamily="2" charset="-122"/>
              </a:rPr>
              <a:t>6</a:t>
            </a:r>
            <a:r>
              <a:rPr lang="zh-CN" altLang="en-US" sz="2400" b="1" dirty="0">
                <a:latin typeface="宋体" panose="02010600030101010101" pitchFamily="2" charset="-122"/>
              </a:rPr>
              <a:t>．“（）”内的参数表是以“，”号区分的实参表，传送给接收消息的对象中的某个操作。</a:t>
            </a:r>
            <a:endParaRPr lang="zh-CN" altLang="en-US" sz="2400" b="1" dirty="0">
              <a:latin typeface="宋体" panose="02010600030101010101" pitchFamily="2" charset="-122"/>
            </a:endParaRP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日期占位符 3"/>
          <p:cNvSpPr txBox="1">
            <a:spLocks noGrp="1"/>
          </p:cNvSpPr>
          <p:nvPr>
            <p:ph type="dt" sz="half"/>
          </p:nvPr>
        </p:nvSpPr>
        <p:spPr>
          <a:xfrm>
            <a:off x="7162800" y="6381750"/>
            <a:ext cx="1981200" cy="476250"/>
          </a:xfrm>
          <a:prstGeom prst="rect">
            <a:avLst/>
          </a:prstGeom>
          <a:noFill/>
          <a:ln w="9525">
            <a:noFill/>
          </a:ln>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fld id="{BB962C8B-B14F-4D97-AF65-F5344CB8AC3E}" type="datetime1">
              <a:rPr lang="zh-CN" altLang="en-US" sz="1200" dirty="0"/>
            </a:fld>
            <a:endParaRPr lang="zh-CN" altLang="en-US" sz="1200" dirty="0"/>
          </a:p>
        </p:txBody>
      </p:sp>
      <p:sp>
        <p:nvSpPr>
          <p:cNvPr id="18435" name="页脚占位符 4"/>
          <p:cNvSpPr txBox="1">
            <a:spLocks noGrp="1"/>
          </p:cNvSpPr>
          <p:nvPr>
            <p:ph type="ftr" sz="quarter"/>
          </p:nvPr>
        </p:nvSpPr>
        <p:spPr>
          <a:xfrm>
            <a:off x="3151188" y="6313488"/>
            <a:ext cx="2895600" cy="457200"/>
          </a:xfrm>
          <a:prstGeom prst="rect">
            <a:avLst/>
          </a:prstGeom>
          <a:noFill/>
          <a:ln w="9525">
            <a:noFill/>
          </a:ln>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eaLnBrk="1" hangingPunct="1"/>
            <a:r>
              <a:rPr lang="zh-CN" altLang="en-US" dirty="0"/>
              <a:t>UML系统建模与分析设计</a:t>
            </a:r>
            <a:endParaRPr lang="zh-CN" altLang="zh-CN" dirty="0"/>
          </a:p>
        </p:txBody>
      </p:sp>
      <p:sp>
        <p:nvSpPr>
          <p:cNvPr id="18436" name="灯片编号占位符 5"/>
          <p:cNvSpPr txBox="1">
            <a:spLocks noGrp="1"/>
          </p:cNvSpPr>
          <p:nvPr>
            <p:ph type="sldNum" sz="quarter" idx="10"/>
          </p:nvPr>
        </p:nvSpPr>
        <p:spPr>
          <a:xfrm>
            <a:off x="6580188" y="6313488"/>
            <a:ext cx="1905000" cy="457200"/>
          </a:xfrm>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fld id="{9A0DB2DC-4C9A-4742-B13C-FB6460FD3503}" type="slidenum">
              <a:rPr lang="zh-CN" altLang="en-US" sz="1200" dirty="0"/>
            </a:fld>
            <a:endParaRPr lang="zh-CN" altLang="en-US" sz="1200" dirty="0"/>
          </a:p>
        </p:txBody>
      </p:sp>
      <p:sp>
        <p:nvSpPr>
          <p:cNvPr id="18437" name="Rectangle 3"/>
          <p:cNvSpPr>
            <a:spLocks noGrp="1"/>
          </p:cNvSpPr>
          <p:nvPr>
            <p:ph idx="1"/>
          </p:nvPr>
        </p:nvSpPr>
        <p:spPr>
          <a:xfrm>
            <a:off x="611188" y="404813"/>
            <a:ext cx="8280400" cy="5688012"/>
          </a:xfrm>
        </p:spPr>
        <p:txBody>
          <a:bodyPr vert="horz" wrap="square" lIns="91440" tIns="45720" rIns="91440" bIns="45720" anchor="t" anchorCtr="0"/>
          <a:p>
            <a:pPr algn="just">
              <a:lnSpc>
                <a:spcPct val="90000"/>
              </a:lnSpc>
              <a:buFontTx/>
              <a:buNone/>
            </a:pPr>
            <a:r>
              <a:rPr lang="en-US" altLang="zh-CN" sz="3200" b="1" dirty="0">
                <a:solidFill>
                  <a:srgbClr val="FF0000"/>
                </a:solidFill>
              </a:rPr>
              <a:t>6.2.2  </a:t>
            </a:r>
            <a:r>
              <a:rPr lang="zh-CN" altLang="en-US" sz="3200" b="1" dirty="0">
                <a:solidFill>
                  <a:srgbClr val="FF0000"/>
                </a:solidFill>
                <a:latin typeface="宋体" panose="02010600030101010101" pitchFamily="2" charset="-122"/>
              </a:rPr>
              <a:t>同步通信与异步通信</a:t>
            </a:r>
            <a:endParaRPr lang="zh-CN" altLang="en-US" sz="3200" b="1" dirty="0">
              <a:solidFill>
                <a:srgbClr val="FF0000"/>
              </a:solidFill>
              <a:latin typeface="宋体" panose="02010600030101010101" pitchFamily="2" charset="-122"/>
            </a:endParaRPr>
          </a:p>
          <a:p>
            <a:pPr>
              <a:lnSpc>
                <a:spcPct val="90000"/>
              </a:lnSpc>
              <a:buFontTx/>
              <a:buNone/>
            </a:pPr>
            <a:endParaRPr lang="zh-CN" altLang="en-US" sz="3200" b="1" dirty="0"/>
          </a:p>
          <a:p>
            <a:pPr>
              <a:lnSpc>
                <a:spcPct val="90000"/>
              </a:lnSpc>
              <a:buFontTx/>
              <a:buNone/>
            </a:pPr>
            <a:endParaRPr lang="zh-CN" altLang="en-US" b="1" dirty="0"/>
          </a:p>
          <a:p>
            <a:pPr>
              <a:lnSpc>
                <a:spcPct val="90000"/>
              </a:lnSpc>
              <a:buFontTx/>
              <a:buNone/>
            </a:pPr>
            <a:endParaRPr lang="zh-CN" altLang="en-US" b="1" dirty="0"/>
          </a:p>
          <a:p>
            <a:pPr>
              <a:lnSpc>
                <a:spcPct val="90000"/>
              </a:lnSpc>
              <a:buFontTx/>
              <a:buNone/>
            </a:pPr>
            <a:endParaRPr lang="zh-CN" altLang="en-US" b="1" dirty="0"/>
          </a:p>
          <a:p>
            <a:pPr>
              <a:lnSpc>
                <a:spcPct val="90000"/>
              </a:lnSpc>
              <a:buFontTx/>
              <a:buNone/>
            </a:pPr>
            <a:endParaRPr lang="zh-CN" altLang="en-US" b="1" dirty="0"/>
          </a:p>
          <a:p>
            <a:pPr>
              <a:lnSpc>
                <a:spcPct val="90000"/>
              </a:lnSpc>
              <a:buFontTx/>
              <a:buNone/>
            </a:pPr>
            <a:endParaRPr lang="zh-CN" altLang="en-US" b="1" dirty="0"/>
          </a:p>
          <a:p>
            <a:pPr>
              <a:lnSpc>
                <a:spcPct val="90000"/>
              </a:lnSpc>
              <a:buFontTx/>
              <a:buNone/>
            </a:pPr>
            <a:r>
              <a:rPr lang="zh-CN" altLang="en-US" b="1" dirty="0">
                <a:latin typeface="宋体" panose="02010600030101010101" pitchFamily="2" charset="-122"/>
              </a:rPr>
              <a:t>（</a:t>
            </a:r>
            <a:r>
              <a:rPr lang="en-US" altLang="zh-CN" b="1" dirty="0">
                <a:latin typeface="宋体" panose="02010600030101010101" pitchFamily="2" charset="-122"/>
              </a:rPr>
              <a:t>1</a:t>
            </a:r>
            <a:r>
              <a:rPr lang="zh-CN" altLang="en-US" b="1" dirty="0">
                <a:latin typeface="宋体" panose="02010600030101010101" pitchFamily="2" charset="-122"/>
              </a:rPr>
              <a:t>）简单消息：表示控制流。</a:t>
            </a:r>
            <a:endParaRPr lang="zh-CN" altLang="en-US" b="1" dirty="0">
              <a:latin typeface="宋体" panose="02010600030101010101" pitchFamily="2" charset="-122"/>
            </a:endParaRPr>
          </a:p>
          <a:p>
            <a:pPr>
              <a:lnSpc>
                <a:spcPct val="90000"/>
              </a:lnSpc>
              <a:buFontTx/>
              <a:buNone/>
            </a:pPr>
            <a:r>
              <a:rPr lang="zh-CN" altLang="en-US" b="1" dirty="0">
                <a:latin typeface="宋体" panose="02010600030101010101" pitchFamily="2" charset="-122"/>
              </a:rPr>
              <a:t>（</a:t>
            </a:r>
            <a:r>
              <a:rPr lang="en-US" altLang="zh-CN" b="1" dirty="0">
                <a:latin typeface="宋体" panose="02010600030101010101" pitchFamily="2" charset="-122"/>
              </a:rPr>
              <a:t>2</a:t>
            </a:r>
            <a:r>
              <a:rPr lang="zh-CN" altLang="en-US" b="1" dirty="0">
                <a:latin typeface="宋体" panose="02010600030101010101" pitchFamily="2" charset="-122"/>
              </a:rPr>
              <a:t>）同步消息：它是一种嵌套的控制流。</a:t>
            </a:r>
            <a:endParaRPr lang="zh-CN" altLang="en-US" b="1" dirty="0">
              <a:latin typeface="宋体" panose="02010600030101010101" pitchFamily="2" charset="-122"/>
            </a:endParaRPr>
          </a:p>
          <a:p>
            <a:pPr>
              <a:lnSpc>
                <a:spcPct val="90000"/>
              </a:lnSpc>
              <a:buFontTx/>
              <a:buNone/>
            </a:pPr>
            <a:r>
              <a:rPr lang="zh-CN" altLang="en-US" b="1" dirty="0">
                <a:latin typeface="宋体" panose="02010600030101010101" pitchFamily="2" charset="-122"/>
              </a:rPr>
              <a:t>（</a:t>
            </a:r>
            <a:r>
              <a:rPr lang="en-US" altLang="zh-CN" b="1" dirty="0">
                <a:latin typeface="宋体" panose="02010600030101010101" pitchFamily="2" charset="-122"/>
              </a:rPr>
              <a:t>3</a:t>
            </a:r>
            <a:r>
              <a:rPr lang="zh-CN" altLang="en-US" b="1" dirty="0">
                <a:latin typeface="宋体" panose="02010600030101010101" pitchFamily="2" charset="-122"/>
              </a:rPr>
              <a:t>）异步消息：它是异步控制流。</a:t>
            </a:r>
            <a:endParaRPr lang="zh-CN" altLang="en-US" b="1" dirty="0">
              <a:latin typeface="宋体" panose="02010600030101010101" pitchFamily="2" charset="-122"/>
            </a:endParaRPr>
          </a:p>
          <a:p>
            <a:pPr>
              <a:lnSpc>
                <a:spcPct val="90000"/>
              </a:lnSpc>
              <a:buFontTx/>
              <a:buNone/>
            </a:pPr>
            <a:r>
              <a:rPr lang="zh-CN" altLang="en-US" b="1" dirty="0">
                <a:latin typeface="宋体" panose="02010600030101010101" pitchFamily="2" charset="-122"/>
              </a:rPr>
              <a:t>（</a:t>
            </a:r>
            <a:r>
              <a:rPr lang="en-US" altLang="zh-CN" b="1" dirty="0">
                <a:latin typeface="宋体" panose="02010600030101010101" pitchFamily="2" charset="-122"/>
              </a:rPr>
              <a:t>4</a:t>
            </a:r>
            <a:r>
              <a:rPr lang="zh-CN" altLang="en-US" b="1" dirty="0">
                <a:latin typeface="宋体" panose="02010600030101010101" pitchFamily="2" charset="-122"/>
              </a:rPr>
              <a:t>）返回消息：表示控制流从过程调用的返回。</a:t>
            </a:r>
            <a:endParaRPr lang="zh-CN" altLang="en-US" b="1" dirty="0">
              <a:latin typeface="宋体" panose="02010600030101010101" pitchFamily="2" charset="-122"/>
            </a:endParaRPr>
          </a:p>
        </p:txBody>
      </p:sp>
      <p:pic>
        <p:nvPicPr>
          <p:cNvPr id="18438" name="Picture 5"/>
          <p:cNvPicPr>
            <a:picLocks noChangeAspect="1"/>
          </p:cNvPicPr>
          <p:nvPr/>
        </p:nvPicPr>
        <p:blipFill>
          <a:blip r:embed="rId1"/>
          <a:srcRect l="28291" t="42625" r="34879" b="33638"/>
          <a:stretch>
            <a:fillRect/>
          </a:stretch>
        </p:blipFill>
        <p:spPr>
          <a:xfrm>
            <a:off x="611188" y="1052513"/>
            <a:ext cx="5834062" cy="2832100"/>
          </a:xfrm>
          <a:prstGeom prst="rect">
            <a:avLst/>
          </a:prstGeom>
          <a:noFill/>
          <a:ln w="9525">
            <a:noFill/>
          </a:ln>
        </p:spPr>
      </p:pic>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日期占位符 3"/>
          <p:cNvSpPr txBox="1">
            <a:spLocks noGrp="1"/>
          </p:cNvSpPr>
          <p:nvPr>
            <p:ph type="dt" sz="half"/>
          </p:nvPr>
        </p:nvSpPr>
        <p:spPr>
          <a:xfrm>
            <a:off x="7162800" y="6381750"/>
            <a:ext cx="1981200" cy="476250"/>
          </a:xfrm>
          <a:prstGeom prst="rect">
            <a:avLst/>
          </a:prstGeom>
          <a:noFill/>
          <a:ln w="9525">
            <a:noFill/>
          </a:ln>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fld id="{BB962C8B-B14F-4D97-AF65-F5344CB8AC3E}" type="datetime1">
              <a:rPr lang="zh-CN" altLang="en-US" sz="1200" dirty="0"/>
            </a:fld>
            <a:endParaRPr lang="zh-CN" altLang="en-US" sz="1200" dirty="0"/>
          </a:p>
        </p:txBody>
      </p:sp>
      <p:sp>
        <p:nvSpPr>
          <p:cNvPr id="19459" name="页脚占位符 4"/>
          <p:cNvSpPr txBox="1">
            <a:spLocks noGrp="1"/>
          </p:cNvSpPr>
          <p:nvPr>
            <p:ph type="ftr" sz="quarter"/>
          </p:nvPr>
        </p:nvSpPr>
        <p:spPr>
          <a:xfrm>
            <a:off x="3151188" y="6313488"/>
            <a:ext cx="2895600" cy="457200"/>
          </a:xfrm>
          <a:prstGeom prst="rect">
            <a:avLst/>
          </a:prstGeom>
          <a:noFill/>
          <a:ln w="9525">
            <a:noFill/>
          </a:ln>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eaLnBrk="1" hangingPunct="1"/>
            <a:r>
              <a:rPr lang="zh-CN" altLang="en-US" dirty="0"/>
              <a:t>UML系统建模与分析设计</a:t>
            </a:r>
            <a:endParaRPr lang="zh-CN" altLang="zh-CN" dirty="0"/>
          </a:p>
        </p:txBody>
      </p:sp>
      <p:sp>
        <p:nvSpPr>
          <p:cNvPr id="19460" name="灯片编号占位符 5"/>
          <p:cNvSpPr txBox="1">
            <a:spLocks noGrp="1"/>
          </p:cNvSpPr>
          <p:nvPr>
            <p:ph type="sldNum" sz="quarter" idx="10"/>
          </p:nvPr>
        </p:nvSpPr>
        <p:spPr>
          <a:xfrm>
            <a:off x="6580188" y="6313488"/>
            <a:ext cx="1905000" cy="457200"/>
          </a:xfrm>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fld id="{9A0DB2DC-4C9A-4742-B13C-FB6460FD3503}" type="slidenum">
              <a:rPr lang="zh-CN" altLang="en-US" sz="1200" dirty="0"/>
            </a:fld>
            <a:endParaRPr lang="zh-CN" altLang="en-US" sz="1200" dirty="0"/>
          </a:p>
        </p:txBody>
      </p:sp>
      <p:sp>
        <p:nvSpPr>
          <p:cNvPr id="19461" name="Rectangle 2"/>
          <p:cNvSpPr>
            <a:spLocks noGrp="1"/>
          </p:cNvSpPr>
          <p:nvPr>
            <p:ph type="title"/>
          </p:nvPr>
        </p:nvSpPr>
        <p:spPr>
          <a:xfrm>
            <a:off x="685800" y="860425"/>
            <a:ext cx="7772400" cy="641350"/>
          </a:xfrm>
        </p:spPr>
        <p:txBody>
          <a:bodyPr vert="horz" wrap="square" lIns="91440" tIns="45720" rIns="91440" bIns="45720" anchor="b" anchorCtr="0"/>
          <a:p>
            <a:r>
              <a:rPr lang="en-US" altLang="zh-CN" sz="3600" b="1" dirty="0">
                <a:solidFill>
                  <a:srgbClr val="FF0000"/>
                </a:solidFill>
                <a:latin typeface="宋体" panose="02010600030101010101" pitchFamily="2" charset="-122"/>
              </a:rPr>
              <a:t>6.3 </a:t>
            </a:r>
            <a:r>
              <a:rPr lang="zh-CN" altLang="en-US" sz="3600" b="1" dirty="0">
                <a:solidFill>
                  <a:srgbClr val="FF0000"/>
                </a:solidFill>
                <a:latin typeface="宋体" panose="02010600030101010101" pitchFamily="2" charset="-122"/>
              </a:rPr>
              <a:t>顺序图建模</a:t>
            </a:r>
            <a:endParaRPr lang="zh-CN" altLang="en-US" sz="3600" b="1" dirty="0">
              <a:solidFill>
                <a:srgbClr val="FF0000"/>
              </a:solidFill>
              <a:latin typeface="宋体" panose="02010600030101010101" pitchFamily="2" charset="-122"/>
            </a:endParaRPr>
          </a:p>
        </p:txBody>
      </p:sp>
      <p:sp>
        <p:nvSpPr>
          <p:cNvPr id="19462" name="Rectangle 3"/>
          <p:cNvSpPr>
            <a:spLocks noGrp="1"/>
          </p:cNvSpPr>
          <p:nvPr>
            <p:ph idx="1"/>
          </p:nvPr>
        </p:nvSpPr>
        <p:spPr>
          <a:xfrm>
            <a:off x="468313" y="1989138"/>
            <a:ext cx="8001000" cy="4464050"/>
          </a:xfrm>
        </p:spPr>
        <p:txBody>
          <a:bodyPr vert="horz" wrap="square" lIns="91440" tIns="45720" rIns="91440" bIns="45720" anchor="t" anchorCtr="0"/>
          <a:p>
            <a:pPr>
              <a:lnSpc>
                <a:spcPct val="120000"/>
              </a:lnSpc>
              <a:spcBef>
                <a:spcPct val="0"/>
              </a:spcBef>
              <a:buFont typeface="Wingdings" panose="05000000000000000000" pitchFamily="2" charset="2"/>
              <a:buChar char="p"/>
            </a:pPr>
            <a:r>
              <a:rPr lang="zh-CN" altLang="en-US" b="1" dirty="0">
                <a:solidFill>
                  <a:srgbClr val="FF0000"/>
                </a:solidFill>
                <a:latin typeface="宋体" panose="02010600030101010101" pitchFamily="2" charset="-122"/>
              </a:rPr>
              <a:t>顺序图用来描述对象间的交互行为</a:t>
            </a:r>
            <a:r>
              <a:rPr lang="zh-CN" altLang="en-US" b="1" dirty="0">
                <a:latin typeface="宋体" panose="02010600030101010101" pitchFamily="2" charset="-122"/>
              </a:rPr>
              <a:t>。它注重消息的时间顺序，即对象间消息的发送和接收的顺序。顺序图还揭示了一个特定场景的交互，即系统执行期间发生在某个时间点的对象之间的特定交互，它适合于描述实时系统中的时间特性和时间约束。 </a:t>
            </a:r>
            <a:endParaRPr lang="zh-CN" altLang="en-US" b="1" dirty="0">
              <a:latin typeface="宋体" panose="02010600030101010101" pitchFamily="2" charset="-122"/>
            </a:endParaRP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日期占位符 3"/>
          <p:cNvSpPr txBox="1">
            <a:spLocks noGrp="1"/>
          </p:cNvSpPr>
          <p:nvPr>
            <p:ph type="dt" sz="half"/>
          </p:nvPr>
        </p:nvSpPr>
        <p:spPr>
          <a:xfrm>
            <a:off x="7162800" y="6381750"/>
            <a:ext cx="1981200" cy="476250"/>
          </a:xfrm>
          <a:prstGeom prst="rect">
            <a:avLst/>
          </a:prstGeom>
          <a:noFill/>
          <a:ln w="9525">
            <a:noFill/>
          </a:ln>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fld id="{BB962C8B-B14F-4D97-AF65-F5344CB8AC3E}" type="datetime1">
              <a:rPr lang="zh-CN" altLang="en-US" sz="1200" dirty="0"/>
            </a:fld>
            <a:endParaRPr lang="zh-CN" altLang="en-US" sz="1200" dirty="0"/>
          </a:p>
        </p:txBody>
      </p:sp>
      <p:sp>
        <p:nvSpPr>
          <p:cNvPr id="20483" name="页脚占位符 4"/>
          <p:cNvSpPr txBox="1">
            <a:spLocks noGrp="1"/>
          </p:cNvSpPr>
          <p:nvPr>
            <p:ph type="ftr" sz="quarter"/>
          </p:nvPr>
        </p:nvSpPr>
        <p:spPr>
          <a:xfrm>
            <a:off x="3151188" y="6313488"/>
            <a:ext cx="2895600" cy="457200"/>
          </a:xfrm>
          <a:prstGeom prst="rect">
            <a:avLst/>
          </a:prstGeom>
          <a:noFill/>
          <a:ln w="9525">
            <a:noFill/>
          </a:ln>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eaLnBrk="1" hangingPunct="1"/>
            <a:r>
              <a:rPr lang="zh-CN" altLang="en-US" dirty="0"/>
              <a:t>UML系统建模与分析设计</a:t>
            </a:r>
            <a:endParaRPr lang="zh-CN" altLang="zh-CN" dirty="0"/>
          </a:p>
        </p:txBody>
      </p:sp>
      <p:sp>
        <p:nvSpPr>
          <p:cNvPr id="20484" name="灯片编号占位符 5"/>
          <p:cNvSpPr txBox="1">
            <a:spLocks noGrp="1"/>
          </p:cNvSpPr>
          <p:nvPr>
            <p:ph type="sldNum" sz="quarter" idx="10"/>
          </p:nvPr>
        </p:nvSpPr>
        <p:spPr>
          <a:xfrm>
            <a:off x="6580188" y="6313488"/>
            <a:ext cx="1905000" cy="457200"/>
          </a:xfrm>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fld id="{9A0DB2DC-4C9A-4742-B13C-FB6460FD3503}" type="slidenum">
              <a:rPr lang="zh-CN" altLang="en-US" sz="1200" dirty="0"/>
            </a:fld>
            <a:endParaRPr lang="zh-CN" altLang="en-US" sz="1200" dirty="0"/>
          </a:p>
        </p:txBody>
      </p:sp>
      <p:sp>
        <p:nvSpPr>
          <p:cNvPr id="20485" name="Rectangle 3"/>
          <p:cNvSpPr>
            <a:spLocks noGrp="1"/>
          </p:cNvSpPr>
          <p:nvPr>
            <p:ph idx="1"/>
          </p:nvPr>
        </p:nvSpPr>
        <p:spPr>
          <a:xfrm>
            <a:off x="458788" y="292100"/>
            <a:ext cx="8280400" cy="576263"/>
          </a:xfrm>
        </p:spPr>
        <p:txBody>
          <a:bodyPr vert="horz" wrap="square" lIns="91440" tIns="45720" rIns="91440" bIns="45720" anchor="t" anchorCtr="0"/>
          <a:p>
            <a:pPr algn="just">
              <a:buFontTx/>
              <a:buNone/>
            </a:pPr>
            <a:r>
              <a:rPr lang="en-US" altLang="zh-CN" sz="3600" b="1" dirty="0">
                <a:solidFill>
                  <a:srgbClr val="FF0000"/>
                </a:solidFill>
              </a:rPr>
              <a:t>6.3.1</a:t>
            </a:r>
            <a:r>
              <a:rPr lang="en-US" altLang="zh-CN" sz="3600" b="1" dirty="0">
                <a:solidFill>
                  <a:srgbClr val="FF0000"/>
                </a:solidFill>
                <a:latin typeface="宋体" panose="02010600030101010101" pitchFamily="2" charset="-122"/>
              </a:rPr>
              <a:t>  </a:t>
            </a:r>
            <a:r>
              <a:rPr lang="zh-CN" altLang="en-US" sz="3600" b="1" dirty="0">
                <a:solidFill>
                  <a:srgbClr val="FF0000"/>
                </a:solidFill>
                <a:latin typeface="宋体" panose="02010600030101010101" pitchFamily="2" charset="-122"/>
              </a:rPr>
              <a:t>一个简单的顺序图例子</a:t>
            </a:r>
            <a:endParaRPr lang="zh-CN" altLang="en-US" sz="3600" b="1" dirty="0">
              <a:solidFill>
                <a:srgbClr val="FF0000"/>
              </a:solidFill>
            </a:endParaRPr>
          </a:p>
        </p:txBody>
      </p:sp>
      <p:pic>
        <p:nvPicPr>
          <p:cNvPr id="20486" name="Picture 5"/>
          <p:cNvPicPr>
            <a:picLocks noChangeAspect="1"/>
          </p:cNvPicPr>
          <p:nvPr/>
        </p:nvPicPr>
        <p:blipFill>
          <a:blip r:embed="rId1"/>
          <a:srcRect l="16269" t="28474" r="22136" b="30278"/>
          <a:stretch>
            <a:fillRect/>
          </a:stretch>
        </p:blipFill>
        <p:spPr>
          <a:xfrm>
            <a:off x="147638" y="1336675"/>
            <a:ext cx="8902700" cy="5045075"/>
          </a:xfrm>
          <a:prstGeom prst="rect">
            <a:avLst/>
          </a:prstGeom>
          <a:noFill/>
          <a:ln w="9525">
            <a:noFill/>
          </a:ln>
        </p:spPr>
      </p:pic>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日期占位符 3"/>
          <p:cNvSpPr txBox="1">
            <a:spLocks noGrp="1"/>
          </p:cNvSpPr>
          <p:nvPr>
            <p:ph type="dt" sz="half"/>
          </p:nvPr>
        </p:nvSpPr>
        <p:spPr>
          <a:xfrm>
            <a:off x="7162800" y="6381750"/>
            <a:ext cx="1981200" cy="476250"/>
          </a:xfrm>
          <a:prstGeom prst="rect">
            <a:avLst/>
          </a:prstGeom>
          <a:noFill/>
          <a:ln w="9525">
            <a:noFill/>
          </a:ln>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fld id="{BB962C8B-B14F-4D97-AF65-F5344CB8AC3E}" type="datetime1">
              <a:rPr lang="zh-CN" altLang="en-US" sz="1200" dirty="0"/>
            </a:fld>
            <a:endParaRPr lang="zh-CN" altLang="en-US" sz="1200" dirty="0"/>
          </a:p>
        </p:txBody>
      </p:sp>
      <p:sp>
        <p:nvSpPr>
          <p:cNvPr id="21507" name="页脚占位符 4"/>
          <p:cNvSpPr txBox="1">
            <a:spLocks noGrp="1"/>
          </p:cNvSpPr>
          <p:nvPr>
            <p:ph type="ftr" sz="quarter"/>
          </p:nvPr>
        </p:nvSpPr>
        <p:spPr>
          <a:xfrm>
            <a:off x="3151188" y="6313488"/>
            <a:ext cx="2895600" cy="457200"/>
          </a:xfrm>
          <a:prstGeom prst="rect">
            <a:avLst/>
          </a:prstGeom>
          <a:noFill/>
          <a:ln w="9525">
            <a:noFill/>
          </a:ln>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eaLnBrk="1" hangingPunct="1"/>
            <a:r>
              <a:rPr lang="zh-CN" altLang="en-US" dirty="0"/>
              <a:t>UML系统建模与分析设计</a:t>
            </a:r>
            <a:endParaRPr lang="zh-CN" altLang="zh-CN" dirty="0"/>
          </a:p>
        </p:txBody>
      </p:sp>
      <p:sp>
        <p:nvSpPr>
          <p:cNvPr id="21508" name="灯片编号占位符 5"/>
          <p:cNvSpPr txBox="1">
            <a:spLocks noGrp="1"/>
          </p:cNvSpPr>
          <p:nvPr>
            <p:ph type="sldNum" sz="quarter" idx="10"/>
          </p:nvPr>
        </p:nvSpPr>
        <p:spPr>
          <a:xfrm>
            <a:off x="6580188" y="6313488"/>
            <a:ext cx="1905000" cy="457200"/>
          </a:xfrm>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fld id="{9A0DB2DC-4C9A-4742-B13C-FB6460FD3503}" type="slidenum">
              <a:rPr lang="zh-CN" altLang="en-US" sz="1200" dirty="0"/>
            </a:fld>
            <a:endParaRPr lang="zh-CN" altLang="en-US" sz="1200" dirty="0"/>
          </a:p>
        </p:txBody>
      </p:sp>
      <p:sp>
        <p:nvSpPr>
          <p:cNvPr id="21509" name="Rectangle 3"/>
          <p:cNvSpPr>
            <a:spLocks noGrp="1"/>
          </p:cNvSpPr>
          <p:nvPr>
            <p:ph idx="1"/>
          </p:nvPr>
        </p:nvSpPr>
        <p:spPr>
          <a:xfrm>
            <a:off x="250825" y="1773238"/>
            <a:ext cx="8712200" cy="4176712"/>
          </a:xfrm>
        </p:spPr>
        <p:txBody>
          <a:bodyPr vert="horz" wrap="square" lIns="91440" tIns="45720" rIns="91440" bIns="45720" anchor="t" anchorCtr="0"/>
          <a:p>
            <a:pPr>
              <a:lnSpc>
                <a:spcPct val="125000"/>
              </a:lnSpc>
              <a:buFontTx/>
              <a:buNone/>
            </a:pPr>
            <a:r>
              <a:rPr lang="zh-CN" altLang="en-US" sz="2400" b="1" dirty="0">
                <a:solidFill>
                  <a:srgbClr val="FF0000"/>
                </a:solidFill>
                <a:latin typeface="宋体" panose="02010600030101010101" pitchFamily="2" charset="-122"/>
              </a:rPr>
              <a:t>（</a:t>
            </a:r>
            <a:r>
              <a:rPr lang="en-US" altLang="zh-CN" sz="2400" b="1" dirty="0">
                <a:solidFill>
                  <a:srgbClr val="FF0000"/>
                </a:solidFill>
                <a:latin typeface="宋体" panose="02010600030101010101" pitchFamily="2" charset="-122"/>
              </a:rPr>
              <a:t>1</a:t>
            </a:r>
            <a:r>
              <a:rPr lang="zh-CN" altLang="en-US" sz="2400" b="1" dirty="0">
                <a:solidFill>
                  <a:srgbClr val="FF0000"/>
                </a:solidFill>
                <a:latin typeface="宋体" panose="02010600030101010101" pitchFamily="2" charset="-122"/>
              </a:rPr>
              <a:t>）对象</a:t>
            </a:r>
            <a:r>
              <a:rPr lang="zh-CN" altLang="en-US" sz="2400" b="1" dirty="0">
                <a:latin typeface="宋体" panose="02010600030101010101" pitchFamily="2" charset="-122"/>
              </a:rPr>
              <a:t>：顺序图中所包含的每个对象用一个对象框（短式）表示，对象名需带下划线。</a:t>
            </a:r>
            <a:endParaRPr lang="zh-CN" altLang="en-US" sz="2400" b="1" dirty="0">
              <a:latin typeface="宋体" panose="02010600030101010101" pitchFamily="2" charset="-122"/>
            </a:endParaRPr>
          </a:p>
          <a:p>
            <a:pPr>
              <a:lnSpc>
                <a:spcPct val="125000"/>
              </a:lnSpc>
              <a:buFontTx/>
              <a:buNone/>
            </a:pPr>
            <a:r>
              <a:rPr lang="zh-CN" altLang="en-US" sz="2400" b="1" dirty="0">
                <a:solidFill>
                  <a:srgbClr val="FF0000"/>
                </a:solidFill>
                <a:latin typeface="宋体" panose="02010600030101010101" pitchFamily="2" charset="-122"/>
              </a:rPr>
              <a:t>（</a:t>
            </a:r>
            <a:r>
              <a:rPr lang="en-US" altLang="zh-CN" sz="2400" b="1" dirty="0">
                <a:solidFill>
                  <a:srgbClr val="FF0000"/>
                </a:solidFill>
                <a:latin typeface="宋体" panose="02010600030101010101" pitchFamily="2" charset="-122"/>
              </a:rPr>
              <a:t>2</a:t>
            </a:r>
            <a:r>
              <a:rPr lang="zh-CN" altLang="en-US" sz="2400" b="1" dirty="0">
                <a:solidFill>
                  <a:srgbClr val="FF0000"/>
                </a:solidFill>
                <a:latin typeface="宋体" panose="02010600030101010101" pitchFamily="2" charset="-122"/>
              </a:rPr>
              <a:t>）生存线</a:t>
            </a:r>
            <a:r>
              <a:rPr lang="zh-CN" altLang="en-US" sz="2400" b="1" dirty="0">
                <a:latin typeface="宋体" panose="02010600030101010101" pitchFamily="2" charset="-122"/>
              </a:rPr>
              <a:t>：对象框下画的一条垂直虚线，称为该对象的生存线，表示对象的生存时间。</a:t>
            </a:r>
            <a:endParaRPr lang="zh-CN" altLang="en-US" sz="2400" b="1" dirty="0">
              <a:latin typeface="宋体" panose="02010600030101010101" pitchFamily="2" charset="-122"/>
            </a:endParaRPr>
          </a:p>
          <a:p>
            <a:pPr>
              <a:lnSpc>
                <a:spcPct val="125000"/>
              </a:lnSpc>
              <a:buFontTx/>
              <a:buNone/>
            </a:pPr>
            <a:r>
              <a:rPr lang="zh-CN" altLang="en-US" sz="2400" b="1" dirty="0">
                <a:solidFill>
                  <a:srgbClr val="FF0000"/>
                </a:solidFill>
                <a:latin typeface="宋体" panose="02010600030101010101" pitchFamily="2" charset="-122"/>
              </a:rPr>
              <a:t>（</a:t>
            </a:r>
            <a:r>
              <a:rPr lang="en-US" altLang="zh-CN" sz="2400" b="1" dirty="0">
                <a:solidFill>
                  <a:srgbClr val="FF0000"/>
                </a:solidFill>
                <a:latin typeface="宋体" panose="02010600030101010101" pitchFamily="2" charset="-122"/>
              </a:rPr>
              <a:t>3</a:t>
            </a:r>
            <a:r>
              <a:rPr lang="zh-CN" altLang="en-US" sz="2400" b="1" dirty="0">
                <a:solidFill>
                  <a:srgbClr val="FF0000"/>
                </a:solidFill>
                <a:latin typeface="宋体" panose="02010600030101010101" pitchFamily="2" charset="-122"/>
              </a:rPr>
              <a:t>）激活期</a:t>
            </a:r>
            <a:r>
              <a:rPr lang="zh-CN" altLang="en-US" sz="2400" b="1" dirty="0">
                <a:latin typeface="宋体" panose="02010600030101010101" pitchFamily="2" charset="-122"/>
              </a:rPr>
              <a:t>：对象生存线上的一个细长方形框，表示该对象的激活时间段，即活动期	间。</a:t>
            </a:r>
            <a:endParaRPr lang="zh-CN" altLang="en-US" sz="2400" b="1" dirty="0">
              <a:latin typeface="宋体" panose="02010600030101010101" pitchFamily="2" charset="-122"/>
            </a:endParaRPr>
          </a:p>
          <a:p>
            <a:pPr>
              <a:lnSpc>
                <a:spcPct val="125000"/>
              </a:lnSpc>
              <a:buFontTx/>
              <a:buNone/>
            </a:pPr>
            <a:r>
              <a:rPr lang="zh-CN" altLang="en-US" sz="2400" b="1" dirty="0">
                <a:solidFill>
                  <a:srgbClr val="FF0000"/>
                </a:solidFill>
                <a:latin typeface="宋体" panose="02010600030101010101" pitchFamily="2" charset="-122"/>
              </a:rPr>
              <a:t>（</a:t>
            </a:r>
            <a:r>
              <a:rPr lang="en-US" altLang="zh-CN" sz="2400" b="1" dirty="0">
                <a:solidFill>
                  <a:srgbClr val="FF0000"/>
                </a:solidFill>
                <a:latin typeface="宋体" panose="02010600030101010101" pitchFamily="2" charset="-122"/>
              </a:rPr>
              <a:t>4</a:t>
            </a:r>
            <a:r>
              <a:rPr lang="zh-CN" altLang="en-US" sz="2400" b="1" dirty="0">
                <a:solidFill>
                  <a:srgbClr val="FF0000"/>
                </a:solidFill>
                <a:latin typeface="宋体" panose="02010600030101010101" pitchFamily="2" charset="-122"/>
              </a:rPr>
              <a:t>）消息</a:t>
            </a:r>
            <a:r>
              <a:rPr lang="zh-CN" altLang="en-US" sz="2400" b="1" dirty="0">
                <a:latin typeface="宋体" panose="02010600030101010101" pitchFamily="2" charset="-122"/>
              </a:rPr>
              <a:t>：对象之间消息的发送和接收用两个对象生存线（激活期）之间的消息箭头线。</a:t>
            </a:r>
            <a:endParaRPr lang="zh-CN" altLang="en-US" sz="2400" b="1" dirty="0">
              <a:latin typeface="宋体" panose="02010600030101010101" pitchFamily="2" charset="-122"/>
            </a:endParaRPr>
          </a:p>
        </p:txBody>
      </p:sp>
      <p:sp>
        <p:nvSpPr>
          <p:cNvPr id="21510" name="Rectangle 5"/>
          <p:cNvSpPr/>
          <p:nvPr/>
        </p:nvSpPr>
        <p:spPr>
          <a:xfrm>
            <a:off x="395288" y="620713"/>
            <a:ext cx="8280400" cy="576262"/>
          </a:xfrm>
          <a:prstGeom prst="rect">
            <a:avLst/>
          </a:prstGeom>
          <a:noFill/>
          <a:ln w="9525">
            <a:noFill/>
          </a:ln>
        </p:spPr>
        <p:txBody>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5pPr>
          </a:lstStyle>
          <a:p>
            <a:pPr marL="342900" lvl="0" indent="-342900" algn="just" eaLnBrk="1" hangingPunct="1">
              <a:buClrTx/>
              <a:buSzPct val="85000"/>
              <a:buFontTx/>
              <a:buNone/>
            </a:pPr>
            <a:r>
              <a:rPr lang="en-US" altLang="zh-CN" sz="3200" dirty="0">
                <a:solidFill>
                  <a:srgbClr val="FF0000"/>
                </a:solidFill>
              </a:rPr>
              <a:t>2.</a:t>
            </a:r>
            <a:r>
              <a:rPr lang="en-US" altLang="zh-CN" sz="3200" b="1" dirty="0">
                <a:solidFill>
                  <a:srgbClr val="FF0000"/>
                </a:solidFill>
                <a:latin typeface="宋体" panose="02010600030101010101" pitchFamily="2" charset="-122"/>
              </a:rPr>
              <a:t>  </a:t>
            </a:r>
            <a:r>
              <a:rPr lang="zh-CN" altLang="en-US" sz="3200" b="1" dirty="0">
                <a:solidFill>
                  <a:srgbClr val="FF0000"/>
                </a:solidFill>
                <a:latin typeface="宋体" panose="02010600030101010101" pitchFamily="2" charset="-122"/>
              </a:rPr>
              <a:t>顺序图的组成成分</a:t>
            </a:r>
            <a:endParaRPr lang="zh-CN" altLang="en-US" sz="3200" dirty="0">
              <a:solidFill>
                <a:srgbClr val="FF0000"/>
              </a:solidFill>
            </a:endParaRP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日期占位符 3"/>
          <p:cNvSpPr txBox="1">
            <a:spLocks noGrp="1"/>
          </p:cNvSpPr>
          <p:nvPr>
            <p:ph type="dt" sz="half"/>
          </p:nvPr>
        </p:nvSpPr>
        <p:spPr>
          <a:xfrm>
            <a:off x="7162800" y="6381750"/>
            <a:ext cx="1981200" cy="476250"/>
          </a:xfrm>
          <a:prstGeom prst="rect">
            <a:avLst/>
          </a:prstGeom>
          <a:noFill/>
          <a:ln w="9525">
            <a:noFill/>
          </a:ln>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fld id="{BB962C8B-B14F-4D97-AF65-F5344CB8AC3E}" type="datetime1">
              <a:rPr lang="zh-CN" altLang="en-US" sz="1200" dirty="0"/>
            </a:fld>
            <a:endParaRPr lang="zh-CN" altLang="en-US" sz="1200" dirty="0"/>
          </a:p>
        </p:txBody>
      </p:sp>
      <p:sp>
        <p:nvSpPr>
          <p:cNvPr id="22531" name="页脚占位符 4"/>
          <p:cNvSpPr txBox="1">
            <a:spLocks noGrp="1"/>
          </p:cNvSpPr>
          <p:nvPr>
            <p:ph type="ftr" sz="quarter"/>
          </p:nvPr>
        </p:nvSpPr>
        <p:spPr>
          <a:xfrm>
            <a:off x="3151188" y="6313488"/>
            <a:ext cx="2895600" cy="457200"/>
          </a:xfrm>
          <a:prstGeom prst="rect">
            <a:avLst/>
          </a:prstGeom>
          <a:noFill/>
          <a:ln w="9525">
            <a:noFill/>
          </a:ln>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eaLnBrk="1" hangingPunct="1"/>
            <a:r>
              <a:rPr lang="zh-CN" altLang="en-US" dirty="0"/>
              <a:t>UML系统建模与分析设计</a:t>
            </a:r>
            <a:endParaRPr lang="zh-CN" altLang="zh-CN" dirty="0"/>
          </a:p>
        </p:txBody>
      </p:sp>
      <p:sp>
        <p:nvSpPr>
          <p:cNvPr id="22532" name="灯片编号占位符 5"/>
          <p:cNvSpPr txBox="1">
            <a:spLocks noGrp="1"/>
          </p:cNvSpPr>
          <p:nvPr>
            <p:ph type="sldNum" sz="quarter" idx="10"/>
          </p:nvPr>
        </p:nvSpPr>
        <p:spPr>
          <a:xfrm>
            <a:off x="6580188" y="6313488"/>
            <a:ext cx="1905000" cy="457200"/>
          </a:xfrm>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fld id="{9A0DB2DC-4C9A-4742-B13C-FB6460FD3503}" type="slidenum">
              <a:rPr lang="zh-CN" altLang="en-US" sz="1200" dirty="0"/>
            </a:fld>
            <a:endParaRPr lang="zh-CN" altLang="en-US" sz="1200" dirty="0"/>
          </a:p>
        </p:txBody>
      </p:sp>
      <p:sp>
        <p:nvSpPr>
          <p:cNvPr id="22533" name="Rectangle 2"/>
          <p:cNvSpPr>
            <a:spLocks noGrp="1"/>
          </p:cNvSpPr>
          <p:nvPr>
            <p:ph type="title"/>
          </p:nvPr>
        </p:nvSpPr>
        <p:spPr>
          <a:xfrm>
            <a:off x="0" y="0"/>
            <a:ext cx="8001000" cy="684213"/>
          </a:xfrm>
        </p:spPr>
        <p:txBody>
          <a:bodyPr vert="horz" wrap="square" lIns="91440" tIns="45720" rIns="91440" bIns="45720" anchor="b" anchorCtr="0"/>
          <a:p>
            <a:r>
              <a:rPr lang="en-US" altLang="zh-CN" sz="3600" b="1" dirty="0">
                <a:solidFill>
                  <a:srgbClr val="FF0000"/>
                </a:solidFill>
                <a:latin typeface="Arial" panose="020B0604020202020204" pitchFamily="34" charset="0"/>
              </a:rPr>
              <a:t>6.3.2</a:t>
            </a:r>
            <a:r>
              <a:rPr lang="en-US" altLang="zh-CN" sz="3600" b="1" dirty="0">
                <a:solidFill>
                  <a:srgbClr val="FF0000"/>
                </a:solidFill>
                <a:latin typeface="宋体" panose="02010600030101010101" pitchFamily="2" charset="-122"/>
              </a:rPr>
              <a:t>  </a:t>
            </a:r>
            <a:r>
              <a:rPr lang="zh-CN" altLang="en-US" sz="3600" b="1" dirty="0">
                <a:solidFill>
                  <a:srgbClr val="FF0000"/>
                </a:solidFill>
                <a:latin typeface="宋体" panose="02010600030101010101" pitchFamily="2" charset="-122"/>
              </a:rPr>
              <a:t>对象之间的同步与异步操作</a:t>
            </a:r>
            <a:endParaRPr lang="zh-CN" altLang="en-US" sz="3600" b="1" dirty="0">
              <a:solidFill>
                <a:srgbClr val="FF0000"/>
              </a:solidFill>
              <a:latin typeface="宋体" panose="02010600030101010101" pitchFamily="2" charset="-122"/>
            </a:endParaRPr>
          </a:p>
        </p:txBody>
      </p:sp>
      <p:sp>
        <p:nvSpPr>
          <p:cNvPr id="22534" name="Rectangle 3"/>
          <p:cNvSpPr>
            <a:spLocks noGrp="1"/>
          </p:cNvSpPr>
          <p:nvPr>
            <p:ph idx="1"/>
          </p:nvPr>
        </p:nvSpPr>
        <p:spPr>
          <a:xfrm>
            <a:off x="323850" y="1773238"/>
            <a:ext cx="8496300" cy="4538662"/>
          </a:xfrm>
        </p:spPr>
        <p:txBody>
          <a:bodyPr vert="horz" wrap="square" lIns="91440" tIns="45720" rIns="91440" bIns="45720" anchor="t" anchorCtr="0"/>
          <a:p>
            <a:pPr lvl="1">
              <a:lnSpc>
                <a:spcPct val="120000"/>
              </a:lnSpc>
              <a:buFont typeface="Wingdings" panose="05000000000000000000" pitchFamily="2" charset="2"/>
              <a:buChar char="p"/>
            </a:pPr>
            <a:r>
              <a:rPr lang="zh-CN" altLang="en-US" b="1" dirty="0"/>
              <a:t>同步消息的发送者把进程控制传递给消息的接收者，然后暂停活动，等待消息的接收者放弃或返回控制；</a:t>
            </a:r>
            <a:endParaRPr lang="en-US" altLang="zh-CN" b="1" dirty="0"/>
          </a:p>
          <a:p>
            <a:pPr lvl="1">
              <a:lnSpc>
                <a:spcPct val="120000"/>
              </a:lnSpc>
              <a:buFont typeface="Wingdings" panose="05000000000000000000" pitchFamily="2" charset="2"/>
              <a:buChar char="p"/>
            </a:pPr>
            <a:r>
              <a:rPr lang="zh-CN" altLang="en-US" b="1" dirty="0"/>
              <a:t>同步消息的接收者执行所请求的操作，如果需要的话，可以把控制传递给另一个对象角色，请求做某个操作，并且当该操作完成后把控制返回给原来的同步消息的发送者；</a:t>
            </a:r>
            <a:endParaRPr lang="en-US" altLang="zh-CN" b="1" dirty="0"/>
          </a:p>
          <a:p>
            <a:pPr lvl="1">
              <a:lnSpc>
                <a:spcPct val="120000"/>
              </a:lnSpc>
              <a:buFont typeface="Wingdings" panose="05000000000000000000" pitchFamily="2" charset="2"/>
              <a:buChar char="p"/>
            </a:pPr>
            <a:r>
              <a:rPr lang="zh-CN" altLang="en-US" b="1" dirty="0"/>
              <a:t>同步消息的接收者也可以直接返回或发送信息给原来的消息发送者。</a:t>
            </a:r>
            <a:endParaRPr lang="zh-CN" altLang="en-US" b="1" dirty="0"/>
          </a:p>
        </p:txBody>
      </p:sp>
      <p:sp>
        <p:nvSpPr>
          <p:cNvPr id="7" name="Rectangle 2"/>
          <p:cNvSpPr txBox="1">
            <a:spLocks noChangeArrowheads="1"/>
          </p:cNvSpPr>
          <p:nvPr/>
        </p:nvSpPr>
        <p:spPr bwMode="auto">
          <a:xfrm>
            <a:off x="468313" y="908050"/>
            <a:ext cx="5156200"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2pPr>
            <a:lvl3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3pPr>
            <a:lvl4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4pPr>
            <a:lvl5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5pPr>
            <a:lvl6pPr marL="4572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6pPr>
            <a:lvl7pPr marL="9144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7pPr>
            <a:lvl8pPr marL="13716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8pPr>
            <a:lvl9pPr marL="18288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dirty="0" smtClean="0">
                <a:ln>
                  <a:noFill/>
                </a:ln>
                <a:solidFill>
                  <a:srgbClr val="FF0000"/>
                </a:solidFill>
                <a:effectLst/>
                <a:uLnTx/>
                <a:uFillTx/>
                <a:latin typeface="Arial" panose="020B0604020202020204" pitchFamily="34" charset="0"/>
                <a:ea typeface="+mj-ea"/>
                <a:cs typeface="+mj-cs"/>
              </a:rPr>
              <a:t>1.</a:t>
            </a:r>
            <a:r>
              <a:rPr kumimoji="0" lang="zh-CN" altLang="en-US" sz="3200" b="1" i="0" u="none" strike="noStrike" kern="0" cap="none" spc="0" normalizeH="0" baseline="0" noProof="0" dirty="0" smtClean="0">
                <a:ln>
                  <a:noFill/>
                </a:ln>
                <a:solidFill>
                  <a:srgbClr val="FF0000"/>
                </a:solidFill>
                <a:effectLst/>
                <a:uLnTx/>
                <a:uFillTx/>
                <a:latin typeface="宋体" panose="02010600030101010101" pitchFamily="2" charset="-122"/>
                <a:ea typeface="+mj-ea"/>
                <a:cs typeface="+mj-cs"/>
              </a:rPr>
              <a:t>对象之间的同步操作</a:t>
            </a:r>
            <a:endParaRPr kumimoji="0" lang="zh-CN" altLang="en-US" sz="3200" b="1" i="0" u="none" strike="noStrike" kern="0" cap="none" spc="0" normalizeH="0" baseline="0" noProof="0" dirty="0" smtClean="0">
              <a:ln>
                <a:noFill/>
              </a:ln>
              <a:solidFill>
                <a:srgbClr val="FF0000"/>
              </a:solidFill>
              <a:effectLst/>
              <a:uLnTx/>
              <a:uFillTx/>
              <a:latin typeface="宋体" panose="02010600030101010101" pitchFamily="2" charset="-122"/>
              <a:ea typeface="+mj-ea"/>
              <a:cs typeface="+mj-cs"/>
            </a:endParaRP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日期占位符 3"/>
          <p:cNvSpPr txBox="1">
            <a:spLocks noGrp="1"/>
          </p:cNvSpPr>
          <p:nvPr>
            <p:ph type="dt" sz="half"/>
          </p:nvPr>
        </p:nvSpPr>
        <p:spPr>
          <a:xfrm>
            <a:off x="7162800" y="6381750"/>
            <a:ext cx="1981200" cy="476250"/>
          </a:xfrm>
          <a:prstGeom prst="rect">
            <a:avLst/>
          </a:prstGeom>
          <a:noFill/>
          <a:ln w="9525">
            <a:noFill/>
          </a:ln>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fld id="{BB962C8B-B14F-4D97-AF65-F5344CB8AC3E}" type="datetime1">
              <a:rPr lang="zh-CN" altLang="en-US" sz="1200" dirty="0"/>
            </a:fld>
            <a:endParaRPr lang="zh-CN" altLang="en-US" sz="1200" dirty="0"/>
          </a:p>
        </p:txBody>
      </p:sp>
      <p:sp>
        <p:nvSpPr>
          <p:cNvPr id="23555" name="灯片编号占位符 5"/>
          <p:cNvSpPr txBox="1">
            <a:spLocks noGrp="1"/>
          </p:cNvSpPr>
          <p:nvPr>
            <p:ph type="sldNum" sz="quarter" idx="10"/>
          </p:nvPr>
        </p:nvSpPr>
        <p:spPr>
          <a:xfrm>
            <a:off x="6580188" y="6313488"/>
            <a:ext cx="1905000" cy="457200"/>
          </a:xfrm>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fld id="{9A0DB2DC-4C9A-4742-B13C-FB6460FD3503}" type="slidenum">
              <a:rPr lang="zh-CN" altLang="en-US" sz="1200" dirty="0"/>
            </a:fld>
            <a:endParaRPr lang="zh-CN" altLang="en-US" sz="1200" dirty="0"/>
          </a:p>
        </p:txBody>
      </p:sp>
      <p:pic>
        <p:nvPicPr>
          <p:cNvPr id="23556" name="Picture 4"/>
          <p:cNvPicPr>
            <a:picLocks noChangeAspect="1"/>
          </p:cNvPicPr>
          <p:nvPr/>
        </p:nvPicPr>
        <p:blipFill>
          <a:blip r:embed="rId1"/>
          <a:srcRect l="18393" t="25314" r="26384" b="32718"/>
          <a:stretch>
            <a:fillRect/>
          </a:stretch>
        </p:blipFill>
        <p:spPr>
          <a:xfrm>
            <a:off x="314325" y="476250"/>
            <a:ext cx="8569325" cy="5256213"/>
          </a:xfrm>
          <a:prstGeom prst="rect">
            <a:avLst/>
          </a:prstGeom>
          <a:noFill/>
          <a:ln w="9525">
            <a:noFill/>
          </a:ln>
        </p:spPr>
      </p:pic>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日期占位符 3"/>
          <p:cNvSpPr txBox="1">
            <a:spLocks noGrp="1"/>
          </p:cNvSpPr>
          <p:nvPr>
            <p:ph type="dt" sz="half"/>
          </p:nvPr>
        </p:nvSpPr>
        <p:spPr>
          <a:xfrm>
            <a:off x="7162800" y="6381750"/>
            <a:ext cx="1981200" cy="476250"/>
          </a:xfrm>
          <a:prstGeom prst="rect">
            <a:avLst/>
          </a:prstGeom>
          <a:noFill/>
          <a:ln w="9525">
            <a:noFill/>
          </a:ln>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fld id="{BB962C8B-B14F-4D97-AF65-F5344CB8AC3E}" type="datetime1">
              <a:rPr lang="zh-CN" altLang="en-US" sz="1200" dirty="0"/>
            </a:fld>
            <a:endParaRPr lang="zh-CN" altLang="en-US" sz="1200" dirty="0"/>
          </a:p>
        </p:txBody>
      </p:sp>
      <p:sp>
        <p:nvSpPr>
          <p:cNvPr id="24579" name="页脚占位符 4"/>
          <p:cNvSpPr txBox="1">
            <a:spLocks noGrp="1"/>
          </p:cNvSpPr>
          <p:nvPr>
            <p:ph type="ftr" sz="quarter"/>
          </p:nvPr>
        </p:nvSpPr>
        <p:spPr>
          <a:xfrm>
            <a:off x="3151188" y="6313488"/>
            <a:ext cx="2895600" cy="457200"/>
          </a:xfrm>
          <a:prstGeom prst="rect">
            <a:avLst/>
          </a:prstGeom>
          <a:noFill/>
          <a:ln w="9525">
            <a:noFill/>
          </a:ln>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eaLnBrk="1" hangingPunct="1"/>
            <a:r>
              <a:rPr lang="zh-CN" altLang="en-US" dirty="0"/>
              <a:t>UML系统建模与分析设计</a:t>
            </a:r>
            <a:endParaRPr lang="zh-CN" altLang="zh-CN" dirty="0"/>
          </a:p>
        </p:txBody>
      </p:sp>
      <p:sp>
        <p:nvSpPr>
          <p:cNvPr id="24580" name="灯片编号占位符 5"/>
          <p:cNvSpPr txBox="1">
            <a:spLocks noGrp="1"/>
          </p:cNvSpPr>
          <p:nvPr>
            <p:ph type="sldNum" sz="quarter" idx="10"/>
          </p:nvPr>
        </p:nvSpPr>
        <p:spPr>
          <a:xfrm>
            <a:off x="6580188" y="6313488"/>
            <a:ext cx="1905000" cy="457200"/>
          </a:xfrm>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fld id="{9A0DB2DC-4C9A-4742-B13C-FB6460FD3503}" type="slidenum">
              <a:rPr lang="zh-CN" altLang="en-US" sz="1200" dirty="0"/>
            </a:fld>
            <a:endParaRPr lang="zh-CN" altLang="en-US" sz="1200" dirty="0"/>
          </a:p>
        </p:txBody>
      </p:sp>
      <p:sp>
        <p:nvSpPr>
          <p:cNvPr id="24581" name="Rectangle 3"/>
          <p:cNvSpPr>
            <a:spLocks noGrp="1"/>
          </p:cNvSpPr>
          <p:nvPr>
            <p:ph idx="1"/>
          </p:nvPr>
        </p:nvSpPr>
        <p:spPr>
          <a:xfrm>
            <a:off x="0" y="1773238"/>
            <a:ext cx="8640763" cy="5900737"/>
          </a:xfrm>
          <a:solidFill>
            <a:schemeClr val="bg1">
              <a:alpha val="100000"/>
            </a:schemeClr>
          </a:solidFill>
        </p:spPr>
        <p:txBody>
          <a:bodyPr vert="horz" wrap="square" lIns="91440" tIns="45720" rIns="91440" bIns="45720" anchor="t" anchorCtr="0"/>
          <a:p>
            <a:pPr lvl="1">
              <a:buFont typeface="Wingdings" panose="05000000000000000000" pitchFamily="2" charset="2"/>
              <a:buChar char="p"/>
            </a:pPr>
            <a:r>
              <a:rPr lang="zh-CN" altLang="en-US" sz="2400" b="1" dirty="0"/>
              <a:t>异步消息的发送者通过发消息把信号传递给消息的接收者，然后继续自己的活动，不等待消息接收者返回信息或控制；</a:t>
            </a:r>
            <a:endParaRPr lang="zh-CN" altLang="en-US" sz="2400" b="1" dirty="0"/>
          </a:p>
          <a:p>
            <a:pPr lvl="1">
              <a:buFont typeface="Wingdings" panose="05000000000000000000" pitchFamily="2" charset="2"/>
              <a:buChar char="p"/>
            </a:pPr>
            <a:r>
              <a:rPr lang="zh-CN" altLang="en-US" sz="2400" b="1" dirty="0"/>
              <a:t>异步消息的接收者执行所请求的操作，操作完成后可以向异步消息的发送者返回信息；</a:t>
            </a:r>
            <a:endParaRPr lang="zh-CN" altLang="en-US" sz="2400" b="1" dirty="0"/>
          </a:p>
          <a:p>
            <a:pPr lvl="1">
              <a:buFont typeface="Wingdings" panose="05000000000000000000" pitchFamily="2" charset="2"/>
              <a:buChar char="p"/>
            </a:pPr>
            <a:r>
              <a:rPr lang="zh-CN" altLang="en-US" sz="2400" b="1" dirty="0"/>
              <a:t>异步消息的发送者和接收者采用并发工作方式。</a:t>
            </a:r>
            <a:endParaRPr lang="zh-CN" altLang="en-US" sz="2400" b="1" dirty="0"/>
          </a:p>
          <a:p>
            <a:pPr lvl="1">
              <a:buFont typeface="Wingdings" panose="05000000000000000000" pitchFamily="2" charset="2"/>
              <a:buChar char="p"/>
            </a:pPr>
            <a:r>
              <a:rPr lang="zh-CN" altLang="en-US" sz="2400" b="1" dirty="0"/>
              <a:t>一条异步消息每次只发一个信号，即只做一件事，可以做的事情有：</a:t>
            </a:r>
            <a:endParaRPr lang="zh-CN" altLang="en-US" sz="2400" b="1" dirty="0"/>
          </a:p>
          <a:p>
            <a:pPr lvl="1">
              <a:buFont typeface="Wingdings" panose="05000000000000000000" pitchFamily="2" charset="2"/>
              <a:buChar char="n"/>
            </a:pPr>
            <a:r>
              <a:rPr lang="zh-CN" altLang="en-US" sz="2400" b="1" dirty="0"/>
              <a:t>创建一个新对象；</a:t>
            </a:r>
            <a:endParaRPr lang="zh-CN" altLang="en-US" sz="2400" b="1" dirty="0"/>
          </a:p>
          <a:p>
            <a:pPr lvl="1">
              <a:buFont typeface="Wingdings" panose="05000000000000000000" pitchFamily="2" charset="2"/>
              <a:buChar char="n"/>
            </a:pPr>
            <a:r>
              <a:rPr lang="zh-CN" altLang="en-US" sz="2400" b="1" dirty="0"/>
              <a:t>创建一个新线程，此时异步消息连接到一个激活期的顶部；</a:t>
            </a:r>
            <a:endParaRPr lang="zh-CN" altLang="en-US" sz="2400" b="1" dirty="0"/>
          </a:p>
          <a:p>
            <a:pPr lvl="1">
              <a:buFont typeface="Wingdings" panose="05000000000000000000" pitchFamily="2" charset="2"/>
              <a:buChar char="n"/>
            </a:pPr>
            <a:r>
              <a:rPr lang="zh-CN" altLang="en-US" sz="2400" b="1" dirty="0"/>
              <a:t>与一个正在运行的线程通信。</a:t>
            </a:r>
            <a:endParaRPr lang="zh-CN" altLang="en-US" sz="2400" b="1" dirty="0"/>
          </a:p>
        </p:txBody>
      </p:sp>
      <p:sp>
        <p:nvSpPr>
          <p:cNvPr id="8" name="Rectangle 2"/>
          <p:cNvSpPr txBox="1">
            <a:spLocks noChangeArrowheads="1"/>
          </p:cNvSpPr>
          <p:nvPr/>
        </p:nvSpPr>
        <p:spPr bwMode="auto">
          <a:xfrm>
            <a:off x="573088" y="857250"/>
            <a:ext cx="5156200"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2pPr>
            <a:lvl3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3pPr>
            <a:lvl4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4pPr>
            <a:lvl5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5pPr>
            <a:lvl6pPr marL="4572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6pPr>
            <a:lvl7pPr marL="9144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7pPr>
            <a:lvl8pPr marL="13716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8pPr>
            <a:lvl9pPr marL="18288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dirty="0" smtClean="0">
                <a:ln>
                  <a:noFill/>
                </a:ln>
                <a:solidFill>
                  <a:srgbClr val="FF0000"/>
                </a:solidFill>
                <a:effectLst/>
                <a:uLnTx/>
                <a:uFillTx/>
                <a:latin typeface="Arial" panose="020B0604020202020204" pitchFamily="34" charset="0"/>
                <a:ea typeface="+mj-ea"/>
                <a:cs typeface="+mj-cs"/>
              </a:rPr>
              <a:t>2.</a:t>
            </a:r>
            <a:r>
              <a:rPr kumimoji="0" lang="zh-CN" altLang="en-US" sz="3200" b="1" i="0" u="none" strike="noStrike" kern="0" cap="none" spc="0" normalizeH="0" baseline="0" noProof="0" dirty="0" smtClean="0">
                <a:ln>
                  <a:noFill/>
                </a:ln>
                <a:solidFill>
                  <a:srgbClr val="FF0000"/>
                </a:solidFill>
                <a:effectLst/>
                <a:uLnTx/>
                <a:uFillTx/>
                <a:latin typeface="宋体" panose="02010600030101010101" pitchFamily="2" charset="-122"/>
                <a:ea typeface="+mj-ea"/>
                <a:cs typeface="+mj-cs"/>
              </a:rPr>
              <a:t>对象之间的异步操作</a:t>
            </a:r>
            <a:endParaRPr kumimoji="0" lang="zh-CN" altLang="en-US" sz="3200" b="1" i="0" u="none" strike="noStrike" kern="0" cap="none" spc="0" normalizeH="0" baseline="0" noProof="0" dirty="0" smtClean="0">
              <a:ln>
                <a:noFill/>
              </a:ln>
              <a:solidFill>
                <a:srgbClr val="FF0000"/>
              </a:solidFill>
              <a:effectLst/>
              <a:uLnTx/>
              <a:uFillTx/>
              <a:latin typeface="宋体" panose="02010600030101010101" pitchFamily="2" charset="-122"/>
              <a:ea typeface="+mj-ea"/>
              <a:cs typeface="+mj-cs"/>
            </a:endParaRP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日期占位符 3"/>
          <p:cNvSpPr txBox="1">
            <a:spLocks noGrp="1"/>
          </p:cNvSpPr>
          <p:nvPr>
            <p:ph type="dt" sz="half"/>
          </p:nvPr>
        </p:nvSpPr>
        <p:spPr>
          <a:xfrm>
            <a:off x="7162800" y="6381750"/>
            <a:ext cx="1981200" cy="476250"/>
          </a:xfrm>
          <a:prstGeom prst="rect">
            <a:avLst/>
          </a:prstGeom>
          <a:noFill/>
          <a:ln w="9525">
            <a:noFill/>
          </a:ln>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fld id="{BB962C8B-B14F-4D97-AF65-F5344CB8AC3E}" type="datetime1">
              <a:rPr lang="zh-CN" altLang="en-US" sz="1200" dirty="0"/>
            </a:fld>
            <a:endParaRPr lang="zh-CN" altLang="en-US" sz="1200" dirty="0"/>
          </a:p>
        </p:txBody>
      </p:sp>
      <p:sp>
        <p:nvSpPr>
          <p:cNvPr id="25603" name="页脚占位符 4"/>
          <p:cNvSpPr txBox="1">
            <a:spLocks noGrp="1"/>
          </p:cNvSpPr>
          <p:nvPr>
            <p:ph type="ftr" sz="quarter"/>
          </p:nvPr>
        </p:nvSpPr>
        <p:spPr>
          <a:xfrm>
            <a:off x="3151188" y="6313488"/>
            <a:ext cx="2895600" cy="457200"/>
          </a:xfrm>
          <a:prstGeom prst="rect">
            <a:avLst/>
          </a:prstGeom>
          <a:noFill/>
          <a:ln w="9525">
            <a:noFill/>
          </a:ln>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eaLnBrk="1" hangingPunct="1"/>
            <a:r>
              <a:rPr lang="zh-CN" altLang="en-US" dirty="0"/>
              <a:t>UML系统建模与分析设计</a:t>
            </a:r>
            <a:endParaRPr lang="zh-CN" altLang="zh-CN" dirty="0"/>
          </a:p>
        </p:txBody>
      </p:sp>
      <p:sp>
        <p:nvSpPr>
          <p:cNvPr id="25604" name="灯片编号占位符 5"/>
          <p:cNvSpPr txBox="1">
            <a:spLocks noGrp="1"/>
          </p:cNvSpPr>
          <p:nvPr>
            <p:ph type="sldNum" sz="quarter" idx="10"/>
          </p:nvPr>
        </p:nvSpPr>
        <p:spPr>
          <a:xfrm>
            <a:off x="6580188" y="6313488"/>
            <a:ext cx="1905000" cy="457200"/>
          </a:xfrm>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fld id="{9A0DB2DC-4C9A-4742-B13C-FB6460FD3503}" type="slidenum">
              <a:rPr lang="zh-CN" altLang="en-US" sz="1200" dirty="0"/>
            </a:fld>
            <a:endParaRPr lang="zh-CN" altLang="en-US" sz="1200" dirty="0"/>
          </a:p>
        </p:txBody>
      </p:sp>
      <p:sp>
        <p:nvSpPr>
          <p:cNvPr id="25605" name="Rectangle 2"/>
          <p:cNvSpPr>
            <a:spLocks noGrp="1"/>
          </p:cNvSpPr>
          <p:nvPr>
            <p:ph type="title"/>
          </p:nvPr>
        </p:nvSpPr>
        <p:spPr>
          <a:xfrm>
            <a:off x="611188" y="476250"/>
            <a:ext cx="7772400" cy="519113"/>
          </a:xfrm>
        </p:spPr>
        <p:txBody>
          <a:bodyPr vert="horz" wrap="square" lIns="91440" tIns="45720" rIns="91440" bIns="45720" anchor="b" anchorCtr="0"/>
          <a:p>
            <a:r>
              <a:rPr lang="en-US" altLang="zh-CN" sz="3200" b="1" dirty="0">
                <a:solidFill>
                  <a:srgbClr val="FF0000"/>
                </a:solidFill>
                <a:latin typeface="宋体" panose="02010600030101010101" pitchFamily="2" charset="-122"/>
              </a:rPr>
              <a:t>6.3.3  </a:t>
            </a:r>
            <a:r>
              <a:rPr lang="zh-CN" altLang="en-US" sz="3200" b="1" dirty="0">
                <a:solidFill>
                  <a:srgbClr val="FF0000"/>
                </a:solidFill>
                <a:latin typeface="宋体" panose="02010600030101010101" pitchFamily="2" charset="-122"/>
              </a:rPr>
              <a:t>顺序图中的分支控制</a:t>
            </a:r>
            <a:endParaRPr lang="zh-CN" altLang="en-US" sz="3200" b="1" dirty="0">
              <a:solidFill>
                <a:srgbClr val="FF0000"/>
              </a:solidFill>
              <a:latin typeface="宋体" panose="02010600030101010101" pitchFamily="2" charset="-122"/>
            </a:endParaRPr>
          </a:p>
        </p:txBody>
      </p:sp>
      <p:sp>
        <p:nvSpPr>
          <p:cNvPr id="25606" name="Rectangle 3"/>
          <p:cNvSpPr>
            <a:spLocks noGrp="1"/>
          </p:cNvSpPr>
          <p:nvPr>
            <p:ph idx="1"/>
          </p:nvPr>
        </p:nvSpPr>
        <p:spPr>
          <a:xfrm>
            <a:off x="685800" y="5589588"/>
            <a:ext cx="7772400" cy="506412"/>
          </a:xfrm>
        </p:spPr>
        <p:txBody>
          <a:bodyPr vert="horz" wrap="square" lIns="91440" tIns="45720" rIns="91440" bIns="45720" anchor="t" anchorCtr="0"/>
          <a:p>
            <a:pPr algn="ctr">
              <a:lnSpc>
                <a:spcPct val="90000"/>
              </a:lnSpc>
              <a:buFontTx/>
              <a:buNone/>
            </a:pPr>
            <a:r>
              <a:rPr lang="zh-CN" altLang="en-US" sz="2400" b="1" dirty="0">
                <a:latin typeface="宋体" panose="02010600030101010101" pitchFamily="2" charset="-122"/>
              </a:rPr>
              <a:t>图</a:t>
            </a:r>
            <a:r>
              <a:rPr lang="en-US" altLang="zh-CN" sz="2400" b="1" dirty="0">
                <a:latin typeface="宋体" panose="02010600030101010101" pitchFamily="2" charset="-122"/>
              </a:rPr>
              <a:t>5-5 </a:t>
            </a:r>
            <a:r>
              <a:rPr lang="zh-CN" altLang="en-US" sz="2400" b="1" dirty="0">
                <a:latin typeface="宋体" panose="02010600030101010101" pitchFamily="2" charset="-122"/>
              </a:rPr>
              <a:t>带条件和分支并发执行的顺序图</a:t>
            </a:r>
            <a:endParaRPr lang="zh-CN" altLang="en-US" sz="2400" b="1" dirty="0">
              <a:latin typeface="宋体" panose="02010600030101010101" pitchFamily="2" charset="-122"/>
            </a:endParaRPr>
          </a:p>
        </p:txBody>
      </p:sp>
      <p:pic>
        <p:nvPicPr>
          <p:cNvPr id="25607" name="Picture 5"/>
          <p:cNvPicPr>
            <a:picLocks noChangeAspect="1"/>
          </p:cNvPicPr>
          <p:nvPr/>
        </p:nvPicPr>
        <p:blipFill>
          <a:blip r:embed="rId1"/>
          <a:srcRect l="17361" t="23299" r="21872" b="37869"/>
          <a:stretch>
            <a:fillRect/>
          </a:stretch>
        </p:blipFill>
        <p:spPr>
          <a:xfrm>
            <a:off x="468313" y="1341438"/>
            <a:ext cx="8497887" cy="4133850"/>
          </a:xfrm>
          <a:prstGeom prst="rect">
            <a:avLst/>
          </a:prstGeom>
          <a:noFill/>
          <a:ln w="9525">
            <a:noFill/>
          </a:ln>
        </p:spPr>
      </p:pic>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日期占位符 3"/>
          <p:cNvSpPr txBox="1">
            <a:spLocks noGrp="1"/>
          </p:cNvSpPr>
          <p:nvPr>
            <p:ph type="dt" sz="half"/>
          </p:nvPr>
        </p:nvSpPr>
        <p:spPr>
          <a:xfrm>
            <a:off x="7162800" y="6381750"/>
            <a:ext cx="1981200" cy="476250"/>
          </a:xfrm>
          <a:prstGeom prst="rect">
            <a:avLst/>
          </a:prstGeom>
          <a:noFill/>
          <a:ln w="9525">
            <a:noFill/>
          </a:ln>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fld id="{BB962C8B-B14F-4D97-AF65-F5344CB8AC3E}" type="datetime1">
              <a:rPr lang="zh-CN" altLang="en-US" sz="1200" dirty="0"/>
            </a:fld>
            <a:endParaRPr lang="zh-CN" altLang="en-US" sz="1200" dirty="0"/>
          </a:p>
        </p:txBody>
      </p:sp>
      <p:sp>
        <p:nvSpPr>
          <p:cNvPr id="26627" name="页脚占位符 4"/>
          <p:cNvSpPr txBox="1">
            <a:spLocks noGrp="1"/>
          </p:cNvSpPr>
          <p:nvPr>
            <p:ph type="ftr" sz="quarter"/>
          </p:nvPr>
        </p:nvSpPr>
        <p:spPr>
          <a:xfrm>
            <a:off x="3151188" y="6313488"/>
            <a:ext cx="2895600" cy="457200"/>
          </a:xfrm>
          <a:prstGeom prst="rect">
            <a:avLst/>
          </a:prstGeom>
          <a:noFill/>
          <a:ln w="9525">
            <a:noFill/>
          </a:ln>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eaLnBrk="1" hangingPunct="1"/>
            <a:r>
              <a:rPr lang="zh-CN" altLang="en-US" dirty="0"/>
              <a:t>UML系统建模与分析设计</a:t>
            </a:r>
            <a:endParaRPr lang="zh-CN" altLang="zh-CN" dirty="0"/>
          </a:p>
        </p:txBody>
      </p:sp>
      <p:sp>
        <p:nvSpPr>
          <p:cNvPr id="26628" name="灯片编号占位符 5"/>
          <p:cNvSpPr txBox="1">
            <a:spLocks noGrp="1"/>
          </p:cNvSpPr>
          <p:nvPr>
            <p:ph type="sldNum" sz="quarter" idx="10"/>
          </p:nvPr>
        </p:nvSpPr>
        <p:spPr>
          <a:xfrm>
            <a:off x="6580188" y="6313488"/>
            <a:ext cx="1905000" cy="457200"/>
          </a:xfrm>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fld id="{9A0DB2DC-4C9A-4742-B13C-FB6460FD3503}" type="slidenum">
              <a:rPr lang="zh-CN" altLang="en-US" sz="1200" dirty="0"/>
            </a:fld>
            <a:endParaRPr lang="zh-CN" altLang="en-US" sz="1200" dirty="0"/>
          </a:p>
        </p:txBody>
      </p:sp>
      <p:sp>
        <p:nvSpPr>
          <p:cNvPr id="26629" name="Rectangle 2"/>
          <p:cNvSpPr>
            <a:spLocks noGrp="1"/>
          </p:cNvSpPr>
          <p:nvPr>
            <p:ph type="title"/>
          </p:nvPr>
        </p:nvSpPr>
        <p:spPr>
          <a:xfrm>
            <a:off x="539750" y="476250"/>
            <a:ext cx="7772400" cy="519113"/>
          </a:xfrm>
        </p:spPr>
        <p:txBody>
          <a:bodyPr vert="horz" wrap="square" lIns="91440" tIns="45720" rIns="91440" bIns="45720" anchor="b" anchorCtr="0"/>
          <a:p>
            <a:r>
              <a:rPr lang="en-US" altLang="zh-CN" sz="3200" b="1" dirty="0">
                <a:solidFill>
                  <a:srgbClr val="FF0000"/>
                </a:solidFill>
                <a:latin typeface="宋体" panose="02010600030101010101" pitchFamily="2" charset="-122"/>
              </a:rPr>
              <a:t>6.3.4  </a:t>
            </a:r>
            <a:r>
              <a:rPr lang="zh-CN" altLang="en-US" sz="3200" b="1" dirty="0">
                <a:solidFill>
                  <a:srgbClr val="FF0000"/>
                </a:solidFill>
                <a:latin typeface="宋体" panose="02010600030101010101" pitchFamily="2" charset="-122"/>
              </a:rPr>
              <a:t>顺序图中的约束标记</a:t>
            </a:r>
            <a:endParaRPr lang="zh-CN" altLang="en-US" sz="3200" b="1" dirty="0">
              <a:solidFill>
                <a:srgbClr val="FF0000"/>
              </a:solidFill>
              <a:latin typeface="宋体" panose="02010600030101010101" pitchFamily="2" charset="-122"/>
            </a:endParaRPr>
          </a:p>
        </p:txBody>
      </p:sp>
      <p:sp>
        <p:nvSpPr>
          <p:cNvPr id="26630" name="Rectangle 3"/>
          <p:cNvSpPr>
            <a:spLocks noGrp="1"/>
          </p:cNvSpPr>
          <p:nvPr>
            <p:ph idx="1"/>
          </p:nvPr>
        </p:nvSpPr>
        <p:spPr>
          <a:xfrm>
            <a:off x="684213" y="5734050"/>
            <a:ext cx="7772400" cy="722313"/>
          </a:xfrm>
        </p:spPr>
        <p:txBody>
          <a:bodyPr vert="horz" wrap="square" lIns="91440" tIns="45720" rIns="91440" bIns="45720" anchor="t" anchorCtr="0"/>
          <a:p>
            <a:pPr algn="ctr">
              <a:buFontTx/>
              <a:buNone/>
            </a:pPr>
            <a:r>
              <a:rPr lang="zh-CN" altLang="en-US" sz="2400" dirty="0">
                <a:latin typeface="宋体" panose="02010600030101010101" pitchFamily="2" charset="-122"/>
              </a:rPr>
              <a:t>图</a:t>
            </a:r>
            <a:r>
              <a:rPr lang="en-US" altLang="zh-CN" sz="2400" dirty="0">
                <a:latin typeface="宋体" panose="02010600030101010101" pitchFamily="2" charset="-122"/>
              </a:rPr>
              <a:t>5-6</a:t>
            </a:r>
            <a:r>
              <a:rPr lang="zh-CN" altLang="en-US" sz="2400" dirty="0">
                <a:latin typeface="宋体" panose="02010600030101010101" pitchFamily="2" charset="-122"/>
              </a:rPr>
              <a:t>中 带有时间延迟标记的顺序图</a:t>
            </a:r>
            <a:endParaRPr lang="zh-CN" altLang="en-US" sz="2400" dirty="0">
              <a:latin typeface="宋体" panose="02010600030101010101" pitchFamily="2" charset="-122"/>
            </a:endParaRPr>
          </a:p>
        </p:txBody>
      </p:sp>
      <p:pic>
        <p:nvPicPr>
          <p:cNvPr id="26631" name="Picture 5"/>
          <p:cNvPicPr>
            <a:picLocks noChangeAspect="1"/>
          </p:cNvPicPr>
          <p:nvPr/>
        </p:nvPicPr>
        <p:blipFill>
          <a:blip r:embed="rId1"/>
          <a:srcRect l="15192" t="18121" r="32722" b="37869"/>
          <a:stretch>
            <a:fillRect/>
          </a:stretch>
        </p:blipFill>
        <p:spPr>
          <a:xfrm>
            <a:off x="468313" y="1125538"/>
            <a:ext cx="7848600" cy="4608512"/>
          </a:xfrm>
          <a:prstGeom prst="rect">
            <a:avLst/>
          </a:prstGeom>
          <a:noFill/>
          <a:ln w="9525">
            <a:noFill/>
          </a:ln>
        </p:spPr>
      </p:pic>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日期占位符 3"/>
          <p:cNvSpPr txBox="1">
            <a:spLocks noGrp="1"/>
          </p:cNvSpPr>
          <p:nvPr>
            <p:ph type="dt" sz="half"/>
          </p:nvPr>
        </p:nvSpPr>
        <p:spPr>
          <a:xfrm>
            <a:off x="7162800" y="6381750"/>
            <a:ext cx="1981200" cy="476250"/>
          </a:xfrm>
          <a:prstGeom prst="rect">
            <a:avLst/>
          </a:prstGeom>
          <a:noFill/>
          <a:ln w="9525">
            <a:noFill/>
          </a:ln>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fld id="{BB962C8B-B14F-4D97-AF65-F5344CB8AC3E}" type="datetime1">
              <a:rPr lang="zh-CN" altLang="en-US" sz="1200" dirty="0"/>
            </a:fld>
            <a:endParaRPr lang="zh-CN" altLang="en-US" sz="1200" dirty="0"/>
          </a:p>
        </p:txBody>
      </p:sp>
      <p:sp>
        <p:nvSpPr>
          <p:cNvPr id="27651" name="页脚占位符 4"/>
          <p:cNvSpPr txBox="1">
            <a:spLocks noGrp="1"/>
          </p:cNvSpPr>
          <p:nvPr>
            <p:ph type="ftr" sz="quarter"/>
          </p:nvPr>
        </p:nvSpPr>
        <p:spPr>
          <a:xfrm>
            <a:off x="3151188" y="6313488"/>
            <a:ext cx="2895600" cy="457200"/>
          </a:xfrm>
          <a:prstGeom prst="rect">
            <a:avLst/>
          </a:prstGeom>
          <a:noFill/>
          <a:ln w="9525">
            <a:noFill/>
          </a:ln>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eaLnBrk="1" hangingPunct="1"/>
            <a:r>
              <a:rPr lang="zh-CN" altLang="en-US" dirty="0"/>
              <a:t>UML系统建模与分析设计</a:t>
            </a:r>
            <a:endParaRPr lang="zh-CN" altLang="zh-CN" dirty="0"/>
          </a:p>
        </p:txBody>
      </p:sp>
      <p:sp>
        <p:nvSpPr>
          <p:cNvPr id="27652" name="灯片编号占位符 5"/>
          <p:cNvSpPr txBox="1">
            <a:spLocks noGrp="1"/>
          </p:cNvSpPr>
          <p:nvPr>
            <p:ph type="sldNum" sz="quarter" idx="10"/>
          </p:nvPr>
        </p:nvSpPr>
        <p:spPr>
          <a:xfrm>
            <a:off x="6580188" y="6313488"/>
            <a:ext cx="1905000" cy="457200"/>
          </a:xfrm>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fld id="{9A0DB2DC-4C9A-4742-B13C-FB6460FD3503}" type="slidenum">
              <a:rPr lang="zh-CN" altLang="en-US" sz="1200" dirty="0"/>
            </a:fld>
            <a:endParaRPr lang="zh-CN" altLang="en-US" sz="1200" dirty="0"/>
          </a:p>
        </p:txBody>
      </p:sp>
      <p:sp>
        <p:nvSpPr>
          <p:cNvPr id="27653" name="Rectangle 2"/>
          <p:cNvSpPr>
            <a:spLocks noGrp="1"/>
          </p:cNvSpPr>
          <p:nvPr>
            <p:ph type="title"/>
          </p:nvPr>
        </p:nvSpPr>
        <p:spPr>
          <a:xfrm>
            <a:off x="611188" y="476250"/>
            <a:ext cx="7772400" cy="519113"/>
          </a:xfrm>
        </p:spPr>
        <p:txBody>
          <a:bodyPr vert="horz" wrap="square" lIns="91440" tIns="45720" rIns="91440" bIns="45720" anchor="b" anchorCtr="0"/>
          <a:p>
            <a:r>
              <a:rPr lang="en-US" altLang="zh-CN" sz="2800" b="1" dirty="0">
                <a:solidFill>
                  <a:srgbClr val="FF0000"/>
                </a:solidFill>
                <a:latin typeface="宋体" panose="02010600030101010101" pitchFamily="2" charset="-122"/>
              </a:rPr>
              <a:t>6.3.5  </a:t>
            </a:r>
            <a:r>
              <a:rPr lang="zh-CN" altLang="en-US" sz="2800" b="1" dirty="0">
                <a:solidFill>
                  <a:srgbClr val="FF0000"/>
                </a:solidFill>
                <a:latin typeface="宋体" panose="02010600030101010101" pitchFamily="2" charset="-122"/>
              </a:rPr>
              <a:t>顺序图中的循环处理操作</a:t>
            </a:r>
            <a:endParaRPr lang="zh-CN" altLang="en-US" sz="2800" b="1" dirty="0">
              <a:solidFill>
                <a:srgbClr val="FF0000"/>
              </a:solidFill>
              <a:latin typeface="宋体" panose="02010600030101010101" pitchFamily="2" charset="-122"/>
            </a:endParaRPr>
          </a:p>
        </p:txBody>
      </p:sp>
      <p:pic>
        <p:nvPicPr>
          <p:cNvPr id="27654" name="Picture 5"/>
          <p:cNvPicPr>
            <a:picLocks noChangeAspect="1"/>
          </p:cNvPicPr>
          <p:nvPr/>
        </p:nvPicPr>
        <p:blipFill>
          <a:blip r:embed="rId1"/>
          <a:srcRect l="22639" t="31400" r="28508" b="20856"/>
          <a:stretch>
            <a:fillRect/>
          </a:stretch>
        </p:blipFill>
        <p:spPr>
          <a:xfrm>
            <a:off x="468313" y="1196975"/>
            <a:ext cx="7632700" cy="5129213"/>
          </a:xfrm>
          <a:prstGeom prst="rect">
            <a:avLst/>
          </a:prstGeom>
          <a:noFill/>
          <a:ln w="9525">
            <a:noFill/>
          </a:ln>
        </p:spPr>
      </p:pic>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日期占位符 3"/>
          <p:cNvSpPr txBox="1">
            <a:spLocks noGrp="1"/>
          </p:cNvSpPr>
          <p:nvPr>
            <p:ph type="dt" sz="half"/>
          </p:nvPr>
        </p:nvSpPr>
        <p:spPr>
          <a:xfrm>
            <a:off x="7162800" y="6381750"/>
            <a:ext cx="1981200" cy="476250"/>
          </a:xfrm>
          <a:prstGeom prst="rect">
            <a:avLst/>
          </a:prstGeom>
          <a:noFill/>
          <a:ln w="9525">
            <a:noFill/>
          </a:ln>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fld id="{BB962C8B-B14F-4D97-AF65-F5344CB8AC3E}" type="datetime1">
              <a:rPr lang="zh-CN" altLang="en-US" sz="1200" dirty="0"/>
            </a:fld>
            <a:endParaRPr lang="zh-CN" altLang="en-US" sz="1200" dirty="0"/>
          </a:p>
        </p:txBody>
      </p:sp>
      <p:sp>
        <p:nvSpPr>
          <p:cNvPr id="28675" name="页脚占位符 4"/>
          <p:cNvSpPr txBox="1">
            <a:spLocks noGrp="1"/>
          </p:cNvSpPr>
          <p:nvPr>
            <p:ph type="ftr" sz="quarter"/>
          </p:nvPr>
        </p:nvSpPr>
        <p:spPr>
          <a:xfrm>
            <a:off x="3151188" y="6313488"/>
            <a:ext cx="2895600" cy="457200"/>
          </a:xfrm>
          <a:prstGeom prst="rect">
            <a:avLst/>
          </a:prstGeom>
          <a:noFill/>
          <a:ln w="9525">
            <a:noFill/>
          </a:ln>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eaLnBrk="1" hangingPunct="1"/>
            <a:r>
              <a:rPr lang="zh-CN" altLang="en-US" dirty="0"/>
              <a:t>UML系统建模与分析设计</a:t>
            </a:r>
            <a:endParaRPr lang="zh-CN" altLang="zh-CN" dirty="0"/>
          </a:p>
        </p:txBody>
      </p:sp>
      <p:sp>
        <p:nvSpPr>
          <p:cNvPr id="28676" name="灯片编号占位符 5"/>
          <p:cNvSpPr txBox="1">
            <a:spLocks noGrp="1"/>
          </p:cNvSpPr>
          <p:nvPr>
            <p:ph type="sldNum" sz="quarter" idx="10"/>
          </p:nvPr>
        </p:nvSpPr>
        <p:spPr>
          <a:xfrm>
            <a:off x="6580188" y="6313488"/>
            <a:ext cx="1905000" cy="457200"/>
          </a:xfrm>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fld id="{9A0DB2DC-4C9A-4742-B13C-FB6460FD3503}" type="slidenum">
              <a:rPr lang="zh-CN" altLang="en-US" sz="1200" dirty="0"/>
            </a:fld>
            <a:endParaRPr lang="zh-CN" altLang="en-US" sz="1200" dirty="0"/>
          </a:p>
        </p:txBody>
      </p:sp>
      <p:sp>
        <p:nvSpPr>
          <p:cNvPr id="28677" name="Rectangle 2"/>
          <p:cNvSpPr>
            <a:spLocks noGrp="1"/>
          </p:cNvSpPr>
          <p:nvPr>
            <p:ph type="title"/>
          </p:nvPr>
        </p:nvSpPr>
        <p:spPr>
          <a:xfrm>
            <a:off x="685800" y="920750"/>
            <a:ext cx="7772400" cy="519113"/>
          </a:xfrm>
        </p:spPr>
        <p:txBody>
          <a:bodyPr vert="horz" wrap="square" lIns="91440" tIns="45720" rIns="91440" bIns="45720" anchor="b" anchorCtr="0"/>
          <a:p>
            <a:r>
              <a:rPr lang="en-US" altLang="zh-CN" sz="3200" b="1" dirty="0">
                <a:solidFill>
                  <a:srgbClr val="FF0000"/>
                </a:solidFill>
                <a:latin typeface="宋体" panose="02010600030101010101" pitchFamily="2" charset="-122"/>
              </a:rPr>
              <a:t>6.3.6  </a:t>
            </a:r>
            <a:r>
              <a:rPr lang="zh-CN" altLang="en-US" sz="3200" b="1" dirty="0">
                <a:solidFill>
                  <a:srgbClr val="FF0000"/>
                </a:solidFill>
                <a:latin typeface="宋体" panose="02010600030101010101" pitchFamily="2" charset="-122"/>
              </a:rPr>
              <a:t>对象的创建和消亡</a:t>
            </a:r>
            <a:endParaRPr lang="zh-CN" altLang="en-US" sz="3200" b="1" dirty="0">
              <a:solidFill>
                <a:srgbClr val="FF0000"/>
              </a:solidFill>
              <a:latin typeface="宋体" panose="02010600030101010101" pitchFamily="2" charset="-122"/>
            </a:endParaRPr>
          </a:p>
        </p:txBody>
      </p:sp>
      <p:sp>
        <p:nvSpPr>
          <p:cNvPr id="6" name="Rectangle 3"/>
          <p:cNvSpPr txBox="1">
            <a:spLocks noChangeArrowheads="1"/>
          </p:cNvSpPr>
          <p:nvPr/>
        </p:nvSpPr>
        <p:spPr bwMode="auto">
          <a:xfrm>
            <a:off x="0" y="1773238"/>
            <a:ext cx="8640763" cy="39608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9pPr>
          </a:lstStyle>
          <a:p>
            <a:pPr marL="908050" marR="0" lvl="1" indent="-436880" algn="l" defTabSz="914400" rtl="0" eaLnBrk="0" fontAlgn="base" latinLnBrk="0" hangingPunct="0">
              <a:lnSpc>
                <a:spcPct val="130000"/>
              </a:lnSpc>
              <a:spcBef>
                <a:spcPct val="20000"/>
              </a:spcBef>
              <a:spcAft>
                <a:spcPct val="0"/>
              </a:spcAft>
              <a:buClr>
                <a:schemeClr val="accent2"/>
              </a:buClr>
              <a:buSzTx/>
              <a:buFont typeface="Wingdings" panose="05000000000000000000" pitchFamily="2" charset="2"/>
              <a:buChar char="p"/>
              <a:defRPr/>
            </a:pPr>
            <a:r>
              <a:rPr kumimoji="0" lang="zh-CN" altLang="en-US" sz="2400" b="1" i="0" u="none" strike="noStrike" kern="0" cap="none" spc="0" normalizeH="0" baseline="0" noProof="0" dirty="0">
                <a:ln>
                  <a:noFill/>
                </a:ln>
                <a:solidFill>
                  <a:schemeClr val="tx1"/>
                </a:solidFill>
                <a:effectLst/>
                <a:uLnTx/>
                <a:uFillTx/>
                <a:latin typeface="+mn-lt"/>
                <a:ea typeface="+mn-ea"/>
                <a:cs typeface="+mn-cs"/>
              </a:rPr>
              <a:t>在</a:t>
            </a:r>
            <a:r>
              <a:rPr kumimoji="0" lang="en-US" altLang="zh-CN" sz="2400" b="1" i="0" u="none" strike="noStrike" kern="0" cap="none" spc="0" normalizeH="0" baseline="0" noProof="0" dirty="0" smtClean="0">
                <a:ln>
                  <a:noFill/>
                </a:ln>
                <a:solidFill>
                  <a:schemeClr val="tx1"/>
                </a:solidFill>
                <a:effectLst/>
                <a:uLnTx/>
                <a:uFillTx/>
                <a:latin typeface="+mn-lt"/>
                <a:ea typeface="+mn-ea"/>
                <a:cs typeface="+mn-cs"/>
              </a:rPr>
              <a:t>UML</a:t>
            </a:r>
            <a:r>
              <a:rPr kumimoji="0" lang="zh-CN" altLang="en-US" sz="2400" b="1" i="0" u="none" strike="noStrike" kern="0" cap="none" spc="0" normalizeH="0" baseline="0" noProof="0" dirty="0" smtClean="0">
                <a:ln>
                  <a:noFill/>
                </a:ln>
                <a:solidFill>
                  <a:schemeClr val="tx1"/>
                </a:solidFill>
                <a:effectLst/>
                <a:uLnTx/>
                <a:uFillTx/>
                <a:latin typeface="+mn-lt"/>
                <a:ea typeface="+mn-ea"/>
                <a:cs typeface="+mn-cs"/>
              </a:rPr>
              <a:t>的顺序图中，一个对象可以通过一条消息创建另一个对象，被创建的对象可在创建它的消息箭头所指地方（垂直时间轴上）画一个对象符号。</a:t>
            </a:r>
            <a:endParaRPr kumimoji="0" lang="en-US" altLang="zh-CN" sz="2400" b="1" i="0" u="none" strike="noStrike" kern="0" cap="none" spc="0" normalizeH="0" baseline="0" noProof="0" dirty="0" smtClean="0">
              <a:ln>
                <a:noFill/>
              </a:ln>
              <a:solidFill>
                <a:schemeClr val="tx1"/>
              </a:solidFill>
              <a:effectLst/>
              <a:uLnTx/>
              <a:uFillTx/>
              <a:latin typeface="+mn-lt"/>
              <a:ea typeface="+mn-ea"/>
              <a:cs typeface="+mn-cs"/>
            </a:endParaRPr>
          </a:p>
          <a:p>
            <a:pPr marL="908050" marR="0" lvl="1" indent="-436880" algn="l" defTabSz="914400" rtl="0" eaLnBrk="0" fontAlgn="base" latinLnBrk="0" hangingPunct="0">
              <a:lnSpc>
                <a:spcPct val="130000"/>
              </a:lnSpc>
              <a:spcBef>
                <a:spcPct val="20000"/>
              </a:spcBef>
              <a:spcAft>
                <a:spcPct val="0"/>
              </a:spcAft>
              <a:buClr>
                <a:schemeClr val="accent2"/>
              </a:buClr>
              <a:buSzTx/>
              <a:buFont typeface="Wingdings" panose="05000000000000000000" pitchFamily="2" charset="2"/>
              <a:buChar char="p"/>
              <a:defRPr/>
            </a:pPr>
            <a:r>
              <a:rPr kumimoji="0" lang="zh-CN" altLang="en-US" sz="2400" b="1" i="0" u="none" strike="noStrike" kern="0" cap="none" spc="0" normalizeH="0" baseline="0" noProof="0" dirty="0" smtClean="0">
                <a:ln>
                  <a:noFill/>
                </a:ln>
                <a:solidFill>
                  <a:schemeClr val="tx1"/>
                </a:solidFill>
                <a:effectLst/>
                <a:uLnTx/>
                <a:uFillTx/>
                <a:latin typeface="+mn-lt"/>
                <a:ea typeface="+mn-ea"/>
                <a:cs typeface="+mn-cs"/>
              </a:rPr>
              <a:t>当对象消亡时，在图中该对象图符位置上用一个</a:t>
            </a:r>
            <a:r>
              <a:rPr kumimoji="0" lang="en-US" altLang="zh-CN" sz="2400" b="1" i="0" u="none" strike="noStrike" kern="0" cap="none" spc="0" normalizeH="0" baseline="0" noProof="0" dirty="0" smtClean="0">
                <a:ln>
                  <a:noFill/>
                </a:ln>
                <a:solidFill>
                  <a:schemeClr val="tx1"/>
                </a:solidFill>
                <a:effectLst/>
                <a:uLnTx/>
                <a:uFillTx/>
                <a:latin typeface="+mn-lt"/>
                <a:ea typeface="+mn-ea"/>
                <a:cs typeface="+mn-cs"/>
              </a:rPr>
              <a:t>x</a:t>
            </a:r>
            <a:r>
              <a:rPr kumimoji="0" lang="zh-CN" altLang="en-US" sz="2400" b="1" i="0" u="none" strike="noStrike" kern="0" cap="none" spc="0" normalizeH="0" baseline="0" noProof="0" dirty="0" smtClean="0">
                <a:ln>
                  <a:noFill/>
                </a:ln>
                <a:solidFill>
                  <a:schemeClr val="tx1"/>
                </a:solidFill>
                <a:effectLst/>
                <a:uLnTx/>
                <a:uFillTx/>
                <a:latin typeface="+mn-lt"/>
                <a:ea typeface="+mn-ea"/>
                <a:cs typeface="+mn-cs"/>
              </a:rPr>
              <a:t>符号 表示，此时对象的生命线仅画到消亡的点上。</a:t>
            </a:r>
            <a:endParaRPr kumimoji="0" lang="en-US" altLang="zh-CN" sz="2400" b="1" i="0" u="none" strike="noStrike" kern="0" cap="none" spc="0" normalizeH="0" baseline="0" noProof="0" dirty="0" smtClean="0">
              <a:ln>
                <a:noFill/>
              </a:ln>
              <a:solidFill>
                <a:schemeClr val="tx1"/>
              </a:solidFill>
              <a:effectLst/>
              <a:uLnTx/>
              <a:uFillTx/>
              <a:latin typeface="+mn-lt"/>
              <a:ea typeface="+mn-ea"/>
              <a:cs typeface="+mn-cs"/>
            </a:endParaRPr>
          </a:p>
          <a:p>
            <a:pPr marL="908050" marR="0" lvl="1" indent="-436880" algn="l" defTabSz="914400" rtl="0" eaLnBrk="0" fontAlgn="base" latinLnBrk="0" hangingPunct="0">
              <a:lnSpc>
                <a:spcPct val="130000"/>
              </a:lnSpc>
              <a:spcBef>
                <a:spcPct val="20000"/>
              </a:spcBef>
              <a:spcAft>
                <a:spcPct val="0"/>
              </a:spcAft>
              <a:buClr>
                <a:schemeClr val="accent2"/>
              </a:buClr>
              <a:buSzTx/>
              <a:buFont typeface="Wingdings" panose="05000000000000000000" pitchFamily="2" charset="2"/>
              <a:buChar char="p"/>
              <a:defRPr/>
            </a:pPr>
            <a:r>
              <a:rPr kumimoji="0" lang="zh-CN" altLang="en-US" sz="2400" b="1" i="0" u="none" strike="noStrike" kern="0" cap="none" spc="0" normalizeH="0" baseline="0" noProof="0" dirty="0" smtClean="0">
                <a:ln>
                  <a:noFill/>
                </a:ln>
                <a:solidFill>
                  <a:schemeClr val="tx1"/>
                </a:solidFill>
                <a:effectLst/>
                <a:uLnTx/>
                <a:uFillTx/>
                <a:latin typeface="+mn-lt"/>
                <a:ea typeface="+mn-ea"/>
                <a:cs typeface="+mn-cs"/>
              </a:rPr>
              <a:t>创建和消亡一个对象的消息通常是同步消息。</a:t>
            </a:r>
            <a:endParaRPr kumimoji="0" lang="zh-CN" altLang="en-US" sz="2400" b="1" i="0" u="none" strike="noStrike" kern="0" cap="none" spc="0" normalizeH="0" baseline="0" noProof="0" dirty="0" smtClean="0">
              <a:ln>
                <a:noFill/>
              </a:ln>
              <a:solidFill>
                <a:schemeClr val="tx1"/>
              </a:solidFill>
              <a:effectLst/>
              <a:uLnTx/>
              <a:uFillTx/>
              <a:latin typeface="+mn-lt"/>
              <a:ea typeface="+mn-ea"/>
              <a:cs typeface="+mn-cs"/>
            </a:endParaRP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8" name="日期占位符 3"/>
          <p:cNvSpPr txBox="1">
            <a:spLocks noGrp="1"/>
          </p:cNvSpPr>
          <p:nvPr>
            <p:ph type="dt" sz="half"/>
          </p:nvPr>
        </p:nvSpPr>
        <p:spPr>
          <a:xfrm>
            <a:off x="7162800" y="6381750"/>
            <a:ext cx="1981200" cy="476250"/>
          </a:xfrm>
          <a:prstGeom prst="rect">
            <a:avLst/>
          </a:prstGeom>
          <a:noFill/>
          <a:ln w="9525">
            <a:noFill/>
          </a:ln>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fld id="{BB962C8B-B14F-4D97-AF65-F5344CB8AC3E}" type="datetime1">
              <a:rPr lang="zh-CN" altLang="en-US" sz="1200" dirty="0"/>
            </a:fld>
            <a:endParaRPr lang="zh-CN" altLang="en-US" sz="1200" dirty="0"/>
          </a:p>
        </p:txBody>
      </p:sp>
      <p:sp>
        <p:nvSpPr>
          <p:cNvPr id="29699" name="页脚占位符 4"/>
          <p:cNvSpPr txBox="1">
            <a:spLocks noGrp="1"/>
          </p:cNvSpPr>
          <p:nvPr>
            <p:ph type="ftr" sz="quarter"/>
          </p:nvPr>
        </p:nvSpPr>
        <p:spPr>
          <a:xfrm>
            <a:off x="3151188" y="6313488"/>
            <a:ext cx="2895600" cy="457200"/>
          </a:xfrm>
          <a:prstGeom prst="rect">
            <a:avLst/>
          </a:prstGeom>
          <a:noFill/>
          <a:ln w="9525">
            <a:noFill/>
          </a:ln>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eaLnBrk="1" hangingPunct="1"/>
            <a:r>
              <a:rPr lang="zh-CN" altLang="en-US" dirty="0"/>
              <a:t>UML系统建模与分析设计</a:t>
            </a:r>
            <a:endParaRPr lang="zh-CN" altLang="zh-CN" dirty="0"/>
          </a:p>
        </p:txBody>
      </p:sp>
      <p:sp>
        <p:nvSpPr>
          <p:cNvPr id="29700" name="灯片编号占位符 5"/>
          <p:cNvSpPr txBox="1">
            <a:spLocks noGrp="1"/>
          </p:cNvSpPr>
          <p:nvPr>
            <p:ph type="sldNum" sz="quarter" idx="10"/>
          </p:nvPr>
        </p:nvSpPr>
        <p:spPr>
          <a:xfrm>
            <a:off x="6580188" y="6313488"/>
            <a:ext cx="1905000" cy="457200"/>
          </a:xfrm>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fld id="{9A0DB2DC-4C9A-4742-B13C-FB6460FD3503}" type="slidenum">
              <a:rPr lang="zh-CN" altLang="en-US" sz="1200" dirty="0"/>
            </a:fld>
            <a:endParaRPr lang="zh-CN" altLang="en-US" sz="1200" dirty="0"/>
          </a:p>
        </p:txBody>
      </p:sp>
      <p:sp>
        <p:nvSpPr>
          <p:cNvPr id="29701" name="Rectangle 2"/>
          <p:cNvSpPr>
            <a:spLocks noGrp="1"/>
          </p:cNvSpPr>
          <p:nvPr>
            <p:ph type="title"/>
          </p:nvPr>
        </p:nvSpPr>
        <p:spPr>
          <a:xfrm>
            <a:off x="685800" y="860425"/>
            <a:ext cx="7772400" cy="641350"/>
          </a:xfrm>
        </p:spPr>
        <p:txBody>
          <a:bodyPr vert="horz" wrap="square" lIns="91440" tIns="45720" rIns="91440" bIns="45720" anchor="b" anchorCtr="0"/>
          <a:p>
            <a:r>
              <a:rPr lang="en-US" altLang="zh-CN" sz="3600" b="1" dirty="0">
                <a:solidFill>
                  <a:srgbClr val="FF0000"/>
                </a:solidFill>
                <a:latin typeface="宋体" panose="02010600030101010101" pitchFamily="2" charset="-122"/>
              </a:rPr>
              <a:t>6.4  </a:t>
            </a:r>
            <a:r>
              <a:rPr lang="zh-CN" altLang="en-US" sz="3600" b="1" dirty="0">
                <a:solidFill>
                  <a:srgbClr val="FF0000"/>
                </a:solidFill>
                <a:latin typeface="宋体" panose="02010600030101010101" pitchFamily="2" charset="-122"/>
              </a:rPr>
              <a:t>合作图建模</a:t>
            </a:r>
            <a:endParaRPr lang="zh-CN" altLang="en-US" sz="3600" b="1" dirty="0">
              <a:solidFill>
                <a:srgbClr val="FF0000"/>
              </a:solidFill>
              <a:latin typeface="宋体" panose="02010600030101010101" pitchFamily="2" charset="-122"/>
            </a:endParaRPr>
          </a:p>
        </p:txBody>
      </p:sp>
      <p:sp>
        <p:nvSpPr>
          <p:cNvPr id="29702" name="Rectangle 3"/>
          <p:cNvSpPr>
            <a:spLocks noGrp="1"/>
          </p:cNvSpPr>
          <p:nvPr>
            <p:ph idx="1"/>
          </p:nvPr>
        </p:nvSpPr>
        <p:spPr>
          <a:xfrm>
            <a:off x="571500" y="1884363"/>
            <a:ext cx="8001000" cy="3057525"/>
          </a:xfrm>
        </p:spPr>
        <p:txBody>
          <a:bodyPr vert="horz" wrap="square" lIns="91440" tIns="45720" rIns="91440" bIns="45720" anchor="t" anchorCtr="0"/>
          <a:p>
            <a:pPr>
              <a:buFontTx/>
              <a:buNone/>
            </a:pPr>
            <a:r>
              <a:rPr lang="zh-CN" altLang="en-US" sz="3200" b="1" dirty="0">
                <a:latin typeface="宋体" panose="02010600030101010101" pitchFamily="2" charset="-122"/>
              </a:rPr>
              <a:t>		 合作图可以用来描述系统对象之间的交互</a:t>
            </a:r>
            <a:r>
              <a:rPr lang="en-US" altLang="zh-CN" sz="3200" b="1" dirty="0">
                <a:latin typeface="宋体" panose="02010600030101010101" pitchFamily="2" charset="-122"/>
              </a:rPr>
              <a:t>,</a:t>
            </a:r>
            <a:r>
              <a:rPr lang="zh-CN" altLang="en-US" sz="3200" b="1" dirty="0">
                <a:latin typeface="宋体" panose="02010600030101010101" pitchFamily="2" charset="-122"/>
              </a:rPr>
              <a:t>强调这组对象之间的关系。</a:t>
            </a:r>
            <a:endParaRPr lang="zh-CN" altLang="en-US" sz="3200" b="1" dirty="0">
              <a:latin typeface="宋体" panose="02010600030101010101" pitchFamily="2" charset="-122"/>
            </a:endParaRP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2" name="日期占位符 3"/>
          <p:cNvSpPr txBox="1">
            <a:spLocks noGrp="1"/>
          </p:cNvSpPr>
          <p:nvPr>
            <p:ph type="dt" sz="half"/>
          </p:nvPr>
        </p:nvSpPr>
        <p:spPr>
          <a:xfrm>
            <a:off x="7162800" y="6381750"/>
            <a:ext cx="1981200" cy="476250"/>
          </a:xfrm>
          <a:prstGeom prst="rect">
            <a:avLst/>
          </a:prstGeom>
          <a:noFill/>
          <a:ln w="9525">
            <a:noFill/>
          </a:ln>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fld id="{BB962C8B-B14F-4D97-AF65-F5344CB8AC3E}" type="datetime1">
              <a:rPr lang="zh-CN" altLang="en-US" sz="1200" dirty="0"/>
            </a:fld>
            <a:endParaRPr lang="zh-CN" altLang="en-US" sz="1200" dirty="0"/>
          </a:p>
        </p:txBody>
      </p:sp>
      <p:sp>
        <p:nvSpPr>
          <p:cNvPr id="30723" name="页脚占位符 4"/>
          <p:cNvSpPr txBox="1">
            <a:spLocks noGrp="1"/>
          </p:cNvSpPr>
          <p:nvPr>
            <p:ph type="ftr" sz="quarter"/>
          </p:nvPr>
        </p:nvSpPr>
        <p:spPr>
          <a:xfrm>
            <a:off x="3151188" y="6313488"/>
            <a:ext cx="2895600" cy="457200"/>
          </a:xfrm>
          <a:prstGeom prst="rect">
            <a:avLst/>
          </a:prstGeom>
          <a:noFill/>
          <a:ln w="9525">
            <a:noFill/>
          </a:ln>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eaLnBrk="1" hangingPunct="1"/>
            <a:r>
              <a:rPr lang="zh-CN" altLang="en-US" dirty="0"/>
              <a:t>UML系统建模与分析设计</a:t>
            </a:r>
            <a:endParaRPr lang="zh-CN" altLang="zh-CN" dirty="0"/>
          </a:p>
        </p:txBody>
      </p:sp>
      <p:sp>
        <p:nvSpPr>
          <p:cNvPr id="30724" name="灯片编号占位符 5"/>
          <p:cNvSpPr txBox="1">
            <a:spLocks noGrp="1"/>
          </p:cNvSpPr>
          <p:nvPr>
            <p:ph type="sldNum" sz="quarter" idx="10"/>
          </p:nvPr>
        </p:nvSpPr>
        <p:spPr>
          <a:xfrm>
            <a:off x="6580188" y="6313488"/>
            <a:ext cx="1905000" cy="457200"/>
          </a:xfrm>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fld id="{9A0DB2DC-4C9A-4742-B13C-FB6460FD3503}" type="slidenum">
              <a:rPr lang="zh-CN" altLang="en-US" sz="1200" dirty="0"/>
            </a:fld>
            <a:endParaRPr lang="zh-CN" altLang="en-US" sz="1200" dirty="0"/>
          </a:p>
        </p:txBody>
      </p:sp>
      <p:sp>
        <p:nvSpPr>
          <p:cNvPr id="30725" name="Rectangle 2"/>
          <p:cNvSpPr>
            <a:spLocks noGrp="1"/>
          </p:cNvSpPr>
          <p:nvPr>
            <p:ph type="title"/>
          </p:nvPr>
        </p:nvSpPr>
        <p:spPr>
          <a:xfrm>
            <a:off x="41275" y="141288"/>
            <a:ext cx="7772400" cy="519112"/>
          </a:xfrm>
        </p:spPr>
        <p:txBody>
          <a:bodyPr vert="horz" wrap="square" lIns="91440" tIns="45720" rIns="91440" bIns="45720" anchor="b" anchorCtr="0"/>
          <a:p>
            <a:r>
              <a:rPr lang="en-US" altLang="zh-CN" sz="2800" b="1" dirty="0">
                <a:solidFill>
                  <a:srgbClr val="FF0000"/>
                </a:solidFill>
                <a:latin typeface="宋体" panose="02010600030101010101" pitchFamily="2" charset="-122"/>
              </a:rPr>
              <a:t>6.4.1  </a:t>
            </a:r>
            <a:r>
              <a:rPr lang="zh-CN" altLang="en-US" sz="2800" b="1" dirty="0">
                <a:solidFill>
                  <a:srgbClr val="FF0000"/>
                </a:solidFill>
                <a:latin typeface="宋体" panose="02010600030101010101" pitchFamily="2" charset="-122"/>
              </a:rPr>
              <a:t>合作图的组成成分</a:t>
            </a:r>
            <a:endParaRPr lang="zh-CN" altLang="en-US" sz="2800" b="1" dirty="0">
              <a:solidFill>
                <a:srgbClr val="FF0000"/>
              </a:solidFill>
              <a:latin typeface="宋体" panose="02010600030101010101" pitchFamily="2" charset="-122"/>
            </a:endParaRPr>
          </a:p>
        </p:txBody>
      </p:sp>
      <p:sp>
        <p:nvSpPr>
          <p:cNvPr id="30726" name="Rectangle 3"/>
          <p:cNvSpPr>
            <a:spLocks noGrp="1"/>
          </p:cNvSpPr>
          <p:nvPr>
            <p:ph idx="1"/>
          </p:nvPr>
        </p:nvSpPr>
        <p:spPr>
          <a:xfrm>
            <a:off x="179388" y="766763"/>
            <a:ext cx="7772400" cy="5257800"/>
          </a:xfrm>
          <a:solidFill>
            <a:schemeClr val="bg1">
              <a:alpha val="100000"/>
            </a:schemeClr>
          </a:solidFill>
        </p:spPr>
        <p:txBody>
          <a:bodyPr vert="horz" wrap="square" lIns="91440" tIns="45720" rIns="91440" bIns="45720" anchor="t" anchorCtr="0"/>
          <a:p>
            <a:pPr>
              <a:lnSpc>
                <a:spcPct val="80000"/>
              </a:lnSpc>
              <a:buFontTx/>
              <a:buNone/>
            </a:pPr>
            <a:r>
              <a:rPr lang="en-US" altLang="zh-CN" b="1" dirty="0"/>
              <a:t>1</a:t>
            </a:r>
            <a:r>
              <a:rPr lang="zh-CN" altLang="en-US" b="1" dirty="0"/>
              <a:t>．对象</a:t>
            </a:r>
            <a:endParaRPr lang="zh-CN" altLang="en-US" b="1" dirty="0"/>
          </a:p>
          <a:p>
            <a:pPr>
              <a:lnSpc>
                <a:spcPct val="80000"/>
              </a:lnSpc>
              <a:buFontTx/>
              <a:buNone/>
            </a:pPr>
            <a:r>
              <a:rPr lang="en-US" altLang="zh-CN" b="1" dirty="0"/>
              <a:t>2</a:t>
            </a:r>
            <a:r>
              <a:rPr lang="zh-CN" altLang="en-US" b="1" dirty="0"/>
              <a:t>．链接</a:t>
            </a:r>
            <a:endParaRPr lang="zh-CN" altLang="en-US" b="1" dirty="0"/>
          </a:p>
          <a:p>
            <a:pPr>
              <a:lnSpc>
                <a:spcPct val="80000"/>
              </a:lnSpc>
              <a:buFontTx/>
              <a:buNone/>
            </a:pPr>
            <a:endParaRPr lang="zh-CN" altLang="en-US" sz="2400" b="1" dirty="0"/>
          </a:p>
          <a:p>
            <a:pPr>
              <a:lnSpc>
                <a:spcPct val="80000"/>
              </a:lnSpc>
              <a:buFontTx/>
              <a:buNone/>
            </a:pPr>
            <a:endParaRPr lang="zh-CN" altLang="en-US" sz="2400" b="1" dirty="0"/>
          </a:p>
          <a:p>
            <a:pPr>
              <a:lnSpc>
                <a:spcPct val="80000"/>
              </a:lnSpc>
              <a:buFontTx/>
              <a:buNone/>
            </a:pPr>
            <a:endParaRPr lang="zh-CN" altLang="en-US" sz="2400" b="1" dirty="0"/>
          </a:p>
          <a:p>
            <a:pPr>
              <a:lnSpc>
                <a:spcPct val="80000"/>
              </a:lnSpc>
              <a:buFontTx/>
              <a:buNone/>
            </a:pPr>
            <a:endParaRPr lang="zh-CN" altLang="en-US" sz="2400" b="1" dirty="0"/>
          </a:p>
          <a:p>
            <a:pPr>
              <a:lnSpc>
                <a:spcPct val="80000"/>
              </a:lnSpc>
              <a:buFontTx/>
              <a:buNone/>
            </a:pPr>
            <a:endParaRPr lang="zh-CN" altLang="en-US" sz="2400" b="1" dirty="0"/>
          </a:p>
          <a:p>
            <a:pPr>
              <a:lnSpc>
                <a:spcPct val="80000"/>
              </a:lnSpc>
              <a:buFontTx/>
              <a:buNone/>
            </a:pPr>
            <a:endParaRPr lang="zh-CN" altLang="en-US" sz="2400" b="1" dirty="0"/>
          </a:p>
          <a:p>
            <a:pPr>
              <a:lnSpc>
                <a:spcPct val="80000"/>
              </a:lnSpc>
              <a:buFontTx/>
              <a:buNone/>
            </a:pPr>
            <a:endParaRPr lang="zh-CN" altLang="en-US" sz="2400" b="1" dirty="0"/>
          </a:p>
          <a:p>
            <a:pPr>
              <a:lnSpc>
                <a:spcPct val="80000"/>
              </a:lnSpc>
              <a:buFontTx/>
              <a:buNone/>
            </a:pPr>
            <a:endParaRPr lang="zh-CN" altLang="en-US" sz="2400" b="1" dirty="0"/>
          </a:p>
          <a:p>
            <a:pPr>
              <a:lnSpc>
                <a:spcPct val="80000"/>
              </a:lnSpc>
              <a:buFontTx/>
              <a:buNone/>
            </a:pPr>
            <a:endParaRPr lang="zh-CN" altLang="en-US" sz="2400" b="1" dirty="0"/>
          </a:p>
          <a:p>
            <a:pPr>
              <a:lnSpc>
                <a:spcPct val="80000"/>
              </a:lnSpc>
              <a:buFontTx/>
              <a:buNone/>
            </a:pPr>
            <a:endParaRPr lang="zh-CN" altLang="en-US" sz="2400" b="1" dirty="0"/>
          </a:p>
          <a:p>
            <a:pPr>
              <a:lnSpc>
                <a:spcPct val="80000"/>
              </a:lnSpc>
              <a:buFontTx/>
              <a:buNone/>
            </a:pPr>
            <a:endParaRPr lang="zh-CN" altLang="en-US" sz="2400" b="1" dirty="0"/>
          </a:p>
          <a:p>
            <a:pPr algn="ctr">
              <a:lnSpc>
                <a:spcPct val="80000"/>
              </a:lnSpc>
              <a:buFontTx/>
              <a:buNone/>
            </a:pPr>
            <a:r>
              <a:rPr lang="zh-CN" altLang="en-US" sz="2400" b="1" dirty="0">
                <a:latin typeface="宋体" panose="02010600030101010101" pitchFamily="2" charset="-122"/>
              </a:rPr>
              <a:t>图</a:t>
            </a:r>
            <a:r>
              <a:rPr lang="en-US" altLang="zh-CN" sz="2400" b="1" dirty="0">
                <a:latin typeface="宋体" panose="02010600030101010101" pitchFamily="2" charset="-122"/>
              </a:rPr>
              <a:t>5-9  </a:t>
            </a:r>
            <a:r>
              <a:rPr lang="zh-CN" altLang="en-US" sz="2400" b="1" dirty="0">
                <a:latin typeface="宋体" panose="02010600030101010101" pitchFamily="2" charset="-122"/>
              </a:rPr>
              <a:t>带有关联角色的合作图</a:t>
            </a:r>
            <a:endParaRPr lang="zh-CN" altLang="en-US" sz="2400" b="1" dirty="0">
              <a:latin typeface="宋体" panose="02010600030101010101" pitchFamily="2" charset="-122"/>
            </a:endParaRPr>
          </a:p>
        </p:txBody>
      </p:sp>
      <p:grpSp>
        <p:nvGrpSpPr>
          <p:cNvPr id="30727" name="Group 5"/>
          <p:cNvGrpSpPr/>
          <p:nvPr/>
        </p:nvGrpSpPr>
        <p:grpSpPr>
          <a:xfrm>
            <a:off x="1331913" y="1773238"/>
            <a:ext cx="7153275" cy="3960812"/>
            <a:chOff x="3254" y="2438"/>
            <a:chExt cx="5400" cy="2340"/>
          </a:xfrm>
        </p:grpSpPr>
        <p:grpSp>
          <p:nvGrpSpPr>
            <p:cNvPr id="30728" name="Group 6"/>
            <p:cNvGrpSpPr/>
            <p:nvPr/>
          </p:nvGrpSpPr>
          <p:grpSpPr>
            <a:xfrm>
              <a:off x="3254" y="2438"/>
              <a:ext cx="5400" cy="2340"/>
              <a:chOff x="3254" y="2186"/>
              <a:chExt cx="5400" cy="2340"/>
            </a:xfrm>
          </p:grpSpPr>
          <p:grpSp>
            <p:nvGrpSpPr>
              <p:cNvPr id="30730" name="Group 7"/>
              <p:cNvGrpSpPr/>
              <p:nvPr/>
            </p:nvGrpSpPr>
            <p:grpSpPr>
              <a:xfrm>
                <a:off x="3254" y="2186"/>
                <a:ext cx="5400" cy="2340"/>
                <a:chOff x="3254" y="2186"/>
                <a:chExt cx="5400" cy="2340"/>
              </a:xfrm>
            </p:grpSpPr>
            <p:grpSp>
              <p:nvGrpSpPr>
                <p:cNvPr id="30732" name="Group 8"/>
                <p:cNvGrpSpPr/>
                <p:nvPr/>
              </p:nvGrpSpPr>
              <p:grpSpPr>
                <a:xfrm>
                  <a:off x="3254" y="2186"/>
                  <a:ext cx="5400" cy="2340"/>
                  <a:chOff x="3254" y="2186"/>
                  <a:chExt cx="5400" cy="2340"/>
                </a:xfrm>
              </p:grpSpPr>
              <p:pic>
                <p:nvPicPr>
                  <p:cNvPr id="30734" name="Picture 9"/>
                  <p:cNvPicPr>
                    <a:picLocks noChangeAspect="1"/>
                  </p:cNvPicPr>
                  <p:nvPr/>
                </p:nvPicPr>
                <p:blipFill>
                  <a:blip r:embed="rId1"/>
                  <a:srcRect l="21703" t="28476" r="28381" b="42450"/>
                  <a:stretch>
                    <a:fillRect/>
                  </a:stretch>
                </p:blipFill>
                <p:spPr>
                  <a:xfrm>
                    <a:off x="3254" y="2186"/>
                    <a:ext cx="5400" cy="2340"/>
                  </a:xfrm>
                  <a:prstGeom prst="rect">
                    <a:avLst/>
                  </a:prstGeom>
                  <a:noFill/>
                  <a:ln w="9525">
                    <a:noFill/>
                  </a:ln>
                </p:spPr>
              </p:pic>
              <p:sp>
                <p:nvSpPr>
                  <p:cNvPr id="30735" name="Line 10"/>
                  <p:cNvSpPr/>
                  <p:nvPr/>
                </p:nvSpPr>
                <p:spPr>
                  <a:xfrm>
                    <a:off x="4154" y="2678"/>
                    <a:ext cx="900" cy="0"/>
                  </a:xfrm>
                  <a:prstGeom prst="line">
                    <a:avLst/>
                  </a:prstGeom>
                  <a:ln w="9525" cap="flat" cmpd="sng">
                    <a:solidFill>
                      <a:srgbClr val="000000"/>
                    </a:solidFill>
                    <a:prstDash val="solid"/>
                    <a:headEnd type="none" w="med" len="med"/>
                    <a:tailEnd type="none" w="med" len="med"/>
                  </a:ln>
                </p:spPr>
              </p:sp>
            </p:grpSp>
            <p:sp>
              <p:nvSpPr>
                <p:cNvPr id="30733" name="Line 11"/>
                <p:cNvSpPr/>
                <p:nvPr/>
              </p:nvSpPr>
              <p:spPr>
                <a:xfrm>
                  <a:off x="7574" y="2678"/>
                  <a:ext cx="720" cy="0"/>
                </a:xfrm>
                <a:prstGeom prst="line">
                  <a:avLst/>
                </a:prstGeom>
                <a:ln w="9525" cap="flat" cmpd="sng">
                  <a:solidFill>
                    <a:srgbClr val="000000"/>
                  </a:solidFill>
                  <a:prstDash val="solid"/>
                  <a:headEnd type="none" w="med" len="med"/>
                  <a:tailEnd type="none" w="med" len="med"/>
                </a:ln>
              </p:spPr>
            </p:sp>
          </p:grpSp>
          <p:sp>
            <p:nvSpPr>
              <p:cNvPr id="30731" name="Line 12"/>
              <p:cNvSpPr/>
              <p:nvPr/>
            </p:nvSpPr>
            <p:spPr>
              <a:xfrm>
                <a:off x="6062" y="4154"/>
                <a:ext cx="720" cy="0"/>
              </a:xfrm>
              <a:prstGeom prst="line">
                <a:avLst/>
              </a:prstGeom>
              <a:ln w="9525" cap="flat" cmpd="sng">
                <a:solidFill>
                  <a:srgbClr val="000000"/>
                </a:solidFill>
                <a:prstDash val="solid"/>
                <a:headEnd type="none" w="med" len="med"/>
                <a:tailEnd type="none" w="med" len="med"/>
              </a:ln>
            </p:spPr>
          </p:sp>
        </p:grpSp>
        <p:sp>
          <p:nvSpPr>
            <p:cNvPr id="30729" name="Line 13"/>
            <p:cNvSpPr/>
            <p:nvPr/>
          </p:nvSpPr>
          <p:spPr>
            <a:xfrm>
              <a:off x="3830" y="4430"/>
              <a:ext cx="540" cy="0"/>
            </a:xfrm>
            <a:prstGeom prst="line">
              <a:avLst/>
            </a:prstGeom>
            <a:ln w="9525" cap="flat" cmpd="sng">
              <a:solidFill>
                <a:srgbClr val="000000"/>
              </a:solidFill>
              <a:prstDash val="solid"/>
              <a:headEnd type="none" w="med" len="med"/>
              <a:tailEnd type="none" w="med" len="med"/>
            </a:ln>
          </p:spPr>
        </p:sp>
      </p:gr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6" name="日期占位符 3"/>
          <p:cNvSpPr txBox="1">
            <a:spLocks noGrp="1"/>
          </p:cNvSpPr>
          <p:nvPr>
            <p:ph type="dt" sz="half"/>
          </p:nvPr>
        </p:nvSpPr>
        <p:spPr>
          <a:xfrm>
            <a:off x="7162800" y="6381750"/>
            <a:ext cx="1981200" cy="476250"/>
          </a:xfrm>
          <a:prstGeom prst="rect">
            <a:avLst/>
          </a:prstGeom>
          <a:noFill/>
          <a:ln w="9525">
            <a:noFill/>
          </a:ln>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fld id="{BB962C8B-B14F-4D97-AF65-F5344CB8AC3E}" type="datetime1">
              <a:rPr lang="zh-CN" altLang="en-US" sz="1200" dirty="0"/>
            </a:fld>
            <a:endParaRPr lang="zh-CN" altLang="en-US" sz="1200" dirty="0"/>
          </a:p>
        </p:txBody>
      </p:sp>
      <p:sp>
        <p:nvSpPr>
          <p:cNvPr id="31747" name="页脚占位符 4"/>
          <p:cNvSpPr txBox="1">
            <a:spLocks noGrp="1"/>
          </p:cNvSpPr>
          <p:nvPr>
            <p:ph type="ftr" sz="quarter"/>
          </p:nvPr>
        </p:nvSpPr>
        <p:spPr>
          <a:xfrm>
            <a:off x="3151188" y="6313488"/>
            <a:ext cx="2895600" cy="457200"/>
          </a:xfrm>
          <a:prstGeom prst="rect">
            <a:avLst/>
          </a:prstGeom>
          <a:noFill/>
          <a:ln w="9525">
            <a:noFill/>
          </a:ln>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eaLnBrk="1" hangingPunct="1"/>
            <a:r>
              <a:rPr lang="zh-CN" altLang="en-US" dirty="0"/>
              <a:t>UML系统建模与分析设计</a:t>
            </a:r>
            <a:endParaRPr lang="zh-CN" altLang="zh-CN" dirty="0"/>
          </a:p>
        </p:txBody>
      </p:sp>
      <p:sp>
        <p:nvSpPr>
          <p:cNvPr id="31748" name="灯片编号占位符 5"/>
          <p:cNvSpPr txBox="1">
            <a:spLocks noGrp="1"/>
          </p:cNvSpPr>
          <p:nvPr>
            <p:ph type="sldNum" sz="quarter" idx="10"/>
          </p:nvPr>
        </p:nvSpPr>
        <p:spPr>
          <a:xfrm>
            <a:off x="6580188" y="6313488"/>
            <a:ext cx="1905000" cy="457200"/>
          </a:xfrm>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fld id="{9A0DB2DC-4C9A-4742-B13C-FB6460FD3503}" type="slidenum">
              <a:rPr lang="zh-CN" altLang="en-US" sz="1200" dirty="0"/>
            </a:fld>
            <a:endParaRPr lang="zh-CN" altLang="en-US" sz="1200" dirty="0"/>
          </a:p>
        </p:txBody>
      </p:sp>
      <p:sp>
        <p:nvSpPr>
          <p:cNvPr id="31749" name="Rectangle 2"/>
          <p:cNvSpPr>
            <a:spLocks noGrp="1"/>
          </p:cNvSpPr>
          <p:nvPr>
            <p:ph type="title"/>
          </p:nvPr>
        </p:nvSpPr>
        <p:spPr>
          <a:xfrm>
            <a:off x="684213" y="511175"/>
            <a:ext cx="7772400" cy="579438"/>
          </a:xfrm>
        </p:spPr>
        <p:txBody>
          <a:bodyPr vert="horz" wrap="square" lIns="91440" tIns="45720" rIns="91440" bIns="45720" anchor="b" anchorCtr="0"/>
          <a:p>
            <a:r>
              <a:rPr lang="en-US" altLang="zh-CN" b="1" dirty="0">
                <a:solidFill>
                  <a:srgbClr val="FF0000"/>
                </a:solidFill>
                <a:latin typeface="宋体" panose="02010600030101010101" pitchFamily="2" charset="-122"/>
              </a:rPr>
              <a:t>6.4.2  </a:t>
            </a:r>
            <a:r>
              <a:rPr lang="zh-CN" altLang="en-US" b="1" dirty="0">
                <a:solidFill>
                  <a:srgbClr val="FF0000"/>
                </a:solidFill>
                <a:latin typeface="宋体" panose="02010600030101010101" pitchFamily="2" charset="-122"/>
              </a:rPr>
              <a:t>合作图中对象的创建与消亡</a:t>
            </a:r>
            <a:endParaRPr lang="zh-CN" altLang="en-US" b="1" dirty="0">
              <a:solidFill>
                <a:srgbClr val="FF0000"/>
              </a:solidFill>
              <a:latin typeface="宋体" panose="02010600030101010101" pitchFamily="2" charset="-122"/>
            </a:endParaRPr>
          </a:p>
        </p:txBody>
      </p:sp>
      <p:sp>
        <p:nvSpPr>
          <p:cNvPr id="31750" name="Rectangle 3"/>
          <p:cNvSpPr>
            <a:spLocks noGrp="1"/>
          </p:cNvSpPr>
          <p:nvPr>
            <p:ph idx="1"/>
          </p:nvPr>
        </p:nvSpPr>
        <p:spPr>
          <a:xfrm>
            <a:off x="539750" y="1989138"/>
            <a:ext cx="7772400" cy="4114800"/>
          </a:xfrm>
        </p:spPr>
        <p:txBody>
          <a:bodyPr vert="horz" wrap="square" lIns="91440" tIns="45720" rIns="91440" bIns="45720" anchor="t" anchorCtr="0"/>
          <a:p>
            <a:pPr>
              <a:buFont typeface="Wingdings" panose="05000000000000000000" pitchFamily="2" charset="2"/>
              <a:buChar char="Ø"/>
            </a:pPr>
            <a:r>
              <a:rPr lang="zh-CN" altLang="en-US" b="1" dirty="0">
                <a:latin typeface="宋体" panose="02010600030101010101" pitchFamily="2" charset="-122"/>
              </a:rPr>
              <a:t>对象创建：</a:t>
            </a:r>
            <a:r>
              <a:rPr lang="en-US" altLang="zh-CN" b="1" dirty="0">
                <a:latin typeface="宋体" panose="02010600030101010101" pitchFamily="2" charset="-122"/>
              </a:rPr>
              <a:t>{new}</a:t>
            </a:r>
            <a:r>
              <a:rPr lang="zh-CN" altLang="en-US" b="1" dirty="0">
                <a:latin typeface="宋体" panose="02010600030101010101" pitchFamily="2" charset="-122"/>
              </a:rPr>
              <a:t>；</a:t>
            </a:r>
            <a:endParaRPr lang="zh-CN" altLang="en-US" b="1" dirty="0">
              <a:latin typeface="宋体" panose="02010600030101010101" pitchFamily="2" charset="-122"/>
            </a:endParaRPr>
          </a:p>
          <a:p>
            <a:pPr>
              <a:buFont typeface="Wingdings" panose="05000000000000000000" pitchFamily="2" charset="2"/>
              <a:buChar char="Ø"/>
            </a:pPr>
            <a:r>
              <a:rPr lang="zh-CN" altLang="en-US" b="1" dirty="0">
                <a:latin typeface="宋体" panose="02010600030101010101" pitchFamily="2" charset="-122"/>
              </a:rPr>
              <a:t>对象消亡：</a:t>
            </a:r>
            <a:r>
              <a:rPr lang="en-US" altLang="zh-CN" b="1" dirty="0">
                <a:latin typeface="宋体" panose="02010600030101010101" pitchFamily="2" charset="-122"/>
              </a:rPr>
              <a:t>{destroyed}</a:t>
            </a:r>
            <a:r>
              <a:rPr lang="zh-CN" altLang="en-US" b="1" dirty="0">
                <a:latin typeface="宋体" panose="02010600030101010101" pitchFamily="2" charset="-122"/>
              </a:rPr>
              <a:t>；</a:t>
            </a:r>
            <a:endParaRPr lang="zh-CN" altLang="en-US" b="1" dirty="0">
              <a:latin typeface="宋体" panose="02010600030101010101" pitchFamily="2" charset="-122"/>
            </a:endParaRPr>
          </a:p>
          <a:p>
            <a:pPr>
              <a:buFont typeface="Wingdings" panose="05000000000000000000" pitchFamily="2" charset="2"/>
              <a:buChar char="Ø"/>
            </a:pPr>
            <a:r>
              <a:rPr lang="zh-CN" altLang="en-US" b="1" dirty="0">
                <a:latin typeface="宋体" panose="02010600030101010101" pitchFamily="2" charset="-122"/>
              </a:rPr>
              <a:t>对象创建并消亡：</a:t>
            </a:r>
            <a:r>
              <a:rPr lang="en-US" altLang="zh-CN" b="1" dirty="0">
                <a:latin typeface="宋体" panose="02010600030101010101" pitchFamily="2" charset="-122"/>
              </a:rPr>
              <a:t>{transient}</a:t>
            </a:r>
            <a:r>
              <a:rPr lang="zh-CN" altLang="en-US" b="1" dirty="0">
                <a:latin typeface="宋体" panose="02010600030101010101" pitchFamily="2" charset="-122"/>
              </a:rPr>
              <a:t>。</a:t>
            </a:r>
            <a:r>
              <a:rPr lang="zh-CN" altLang="en-US" b="1" dirty="0"/>
              <a:t> </a:t>
            </a:r>
            <a:endParaRPr lang="zh-CN" altLang="en-US" b="1" dirty="0"/>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日期占位符 3"/>
          <p:cNvSpPr txBox="1">
            <a:spLocks noGrp="1"/>
          </p:cNvSpPr>
          <p:nvPr>
            <p:ph type="dt" sz="half"/>
          </p:nvPr>
        </p:nvSpPr>
        <p:spPr>
          <a:xfrm>
            <a:off x="7162800" y="6381750"/>
            <a:ext cx="1981200" cy="476250"/>
          </a:xfrm>
          <a:prstGeom prst="rect">
            <a:avLst/>
          </a:prstGeom>
          <a:noFill/>
          <a:ln w="9525">
            <a:noFill/>
          </a:ln>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fld id="{BB962C8B-B14F-4D97-AF65-F5344CB8AC3E}" type="datetime1">
              <a:rPr lang="zh-CN" altLang="en-US" sz="1200" dirty="0"/>
            </a:fld>
            <a:endParaRPr lang="zh-CN" altLang="en-US" sz="1200" dirty="0"/>
          </a:p>
        </p:txBody>
      </p:sp>
      <p:sp>
        <p:nvSpPr>
          <p:cNvPr id="32771" name="页脚占位符 4"/>
          <p:cNvSpPr txBox="1">
            <a:spLocks noGrp="1"/>
          </p:cNvSpPr>
          <p:nvPr>
            <p:ph type="ftr" sz="quarter"/>
          </p:nvPr>
        </p:nvSpPr>
        <p:spPr>
          <a:xfrm>
            <a:off x="3151188" y="6313488"/>
            <a:ext cx="2895600" cy="457200"/>
          </a:xfrm>
          <a:prstGeom prst="rect">
            <a:avLst/>
          </a:prstGeom>
          <a:noFill/>
          <a:ln w="9525">
            <a:noFill/>
          </a:ln>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eaLnBrk="1" hangingPunct="1"/>
            <a:r>
              <a:rPr lang="zh-CN" altLang="en-US" dirty="0"/>
              <a:t>UML系统建模与分析设计</a:t>
            </a:r>
            <a:endParaRPr lang="zh-CN" altLang="zh-CN" dirty="0"/>
          </a:p>
        </p:txBody>
      </p:sp>
      <p:sp>
        <p:nvSpPr>
          <p:cNvPr id="32772" name="灯片编号占位符 5"/>
          <p:cNvSpPr txBox="1">
            <a:spLocks noGrp="1"/>
          </p:cNvSpPr>
          <p:nvPr>
            <p:ph type="sldNum" sz="quarter" idx="10"/>
          </p:nvPr>
        </p:nvSpPr>
        <p:spPr>
          <a:xfrm>
            <a:off x="6580188" y="6313488"/>
            <a:ext cx="1905000" cy="457200"/>
          </a:xfrm>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fld id="{9A0DB2DC-4C9A-4742-B13C-FB6460FD3503}" type="slidenum">
              <a:rPr lang="zh-CN" altLang="en-US" sz="1200" dirty="0"/>
            </a:fld>
            <a:endParaRPr lang="zh-CN" altLang="en-US" sz="1200" dirty="0"/>
          </a:p>
        </p:txBody>
      </p:sp>
      <p:pic>
        <p:nvPicPr>
          <p:cNvPr id="32773" name="Picture 5"/>
          <p:cNvPicPr>
            <a:picLocks noChangeAspect="1"/>
          </p:cNvPicPr>
          <p:nvPr/>
        </p:nvPicPr>
        <p:blipFill>
          <a:blip r:embed="rId1"/>
          <a:srcRect l="16269" t="22862" r="24260" b="18810"/>
          <a:stretch>
            <a:fillRect/>
          </a:stretch>
        </p:blipFill>
        <p:spPr>
          <a:xfrm>
            <a:off x="250825" y="260350"/>
            <a:ext cx="8135938" cy="5991225"/>
          </a:xfrm>
          <a:prstGeom prst="rect">
            <a:avLst/>
          </a:prstGeom>
          <a:noFill/>
          <a:ln w="9525">
            <a:noFill/>
          </a:ln>
        </p:spPr>
      </p:pic>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4" name="日期占位符 3"/>
          <p:cNvSpPr txBox="1">
            <a:spLocks noGrp="1"/>
          </p:cNvSpPr>
          <p:nvPr>
            <p:ph type="dt" sz="half"/>
          </p:nvPr>
        </p:nvSpPr>
        <p:spPr>
          <a:xfrm>
            <a:off x="7162800" y="6381750"/>
            <a:ext cx="1981200" cy="476250"/>
          </a:xfrm>
          <a:prstGeom prst="rect">
            <a:avLst/>
          </a:prstGeom>
          <a:noFill/>
          <a:ln w="9525">
            <a:noFill/>
          </a:ln>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fld id="{BB962C8B-B14F-4D97-AF65-F5344CB8AC3E}" type="datetime1">
              <a:rPr lang="zh-CN" altLang="en-US" sz="1200" dirty="0"/>
            </a:fld>
            <a:endParaRPr lang="zh-CN" altLang="en-US" sz="1200" dirty="0"/>
          </a:p>
        </p:txBody>
      </p:sp>
      <p:sp>
        <p:nvSpPr>
          <p:cNvPr id="33795" name="页脚占位符 4"/>
          <p:cNvSpPr txBox="1">
            <a:spLocks noGrp="1"/>
          </p:cNvSpPr>
          <p:nvPr>
            <p:ph type="ftr" sz="quarter"/>
          </p:nvPr>
        </p:nvSpPr>
        <p:spPr>
          <a:xfrm>
            <a:off x="3151188" y="6313488"/>
            <a:ext cx="2895600" cy="457200"/>
          </a:xfrm>
          <a:prstGeom prst="rect">
            <a:avLst/>
          </a:prstGeom>
          <a:noFill/>
          <a:ln w="9525">
            <a:noFill/>
          </a:ln>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eaLnBrk="1" hangingPunct="1"/>
            <a:r>
              <a:rPr lang="zh-CN" altLang="en-US" dirty="0"/>
              <a:t>UML系统建模与分析设计</a:t>
            </a:r>
            <a:endParaRPr lang="zh-CN" altLang="zh-CN" dirty="0"/>
          </a:p>
        </p:txBody>
      </p:sp>
      <p:sp>
        <p:nvSpPr>
          <p:cNvPr id="33796" name="灯片编号占位符 5"/>
          <p:cNvSpPr txBox="1">
            <a:spLocks noGrp="1"/>
          </p:cNvSpPr>
          <p:nvPr>
            <p:ph type="sldNum" sz="quarter" idx="10"/>
          </p:nvPr>
        </p:nvSpPr>
        <p:spPr>
          <a:xfrm>
            <a:off x="6580188" y="6313488"/>
            <a:ext cx="1905000" cy="457200"/>
          </a:xfrm>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fld id="{9A0DB2DC-4C9A-4742-B13C-FB6460FD3503}" type="slidenum">
              <a:rPr lang="zh-CN" altLang="en-US" sz="1200" dirty="0"/>
            </a:fld>
            <a:endParaRPr lang="zh-CN" altLang="en-US" sz="1200" dirty="0"/>
          </a:p>
        </p:txBody>
      </p:sp>
      <p:sp>
        <p:nvSpPr>
          <p:cNvPr id="33797" name="Rectangle 2"/>
          <p:cNvSpPr>
            <a:spLocks noGrp="1"/>
          </p:cNvSpPr>
          <p:nvPr>
            <p:ph type="title"/>
          </p:nvPr>
        </p:nvSpPr>
        <p:spPr>
          <a:xfrm>
            <a:off x="250825" y="188913"/>
            <a:ext cx="7772400" cy="579437"/>
          </a:xfrm>
        </p:spPr>
        <p:txBody>
          <a:bodyPr vert="horz" wrap="square" lIns="91440" tIns="45720" rIns="91440" bIns="45720" anchor="b" anchorCtr="0"/>
          <a:p>
            <a:r>
              <a:rPr lang="en-US" altLang="zh-CN" dirty="0">
                <a:solidFill>
                  <a:schemeClr val="tx1"/>
                </a:solidFill>
                <a:latin typeface="宋体" panose="02010600030101010101" pitchFamily="2" charset="-122"/>
              </a:rPr>
              <a:t>6.4.3  </a:t>
            </a:r>
            <a:r>
              <a:rPr lang="zh-CN" altLang="en-US" dirty="0">
                <a:solidFill>
                  <a:schemeClr val="tx1"/>
                </a:solidFill>
                <a:latin typeface="宋体" panose="02010600030101010101" pitchFamily="2" charset="-122"/>
              </a:rPr>
              <a:t>嵌套消息与顺序消息的标识</a:t>
            </a:r>
            <a:endParaRPr lang="zh-CN" altLang="en-US" dirty="0">
              <a:solidFill>
                <a:schemeClr val="tx1"/>
              </a:solidFill>
              <a:latin typeface="宋体" panose="02010600030101010101" pitchFamily="2" charset="-122"/>
            </a:endParaRPr>
          </a:p>
        </p:txBody>
      </p:sp>
      <p:sp>
        <p:nvSpPr>
          <p:cNvPr id="33798" name="Rectangle 3"/>
          <p:cNvSpPr>
            <a:spLocks noGrp="1"/>
          </p:cNvSpPr>
          <p:nvPr>
            <p:ph idx="1"/>
          </p:nvPr>
        </p:nvSpPr>
        <p:spPr>
          <a:xfrm>
            <a:off x="468313" y="765175"/>
            <a:ext cx="7772400" cy="5184775"/>
          </a:xfrm>
        </p:spPr>
        <p:txBody>
          <a:bodyPr vert="horz" wrap="square" lIns="91440" tIns="45720" rIns="91440" bIns="45720" anchor="t" anchorCtr="0"/>
          <a:p>
            <a:pPr>
              <a:buFontTx/>
              <a:buNone/>
            </a:pPr>
            <a:r>
              <a:rPr lang="en-US" altLang="zh-CN" b="1" dirty="0"/>
              <a:t>1</a:t>
            </a:r>
            <a:r>
              <a:rPr lang="zh-CN" altLang="en-US" b="1" dirty="0"/>
              <a:t>．嵌套消息序号的标识 </a:t>
            </a:r>
            <a:endParaRPr lang="zh-CN" altLang="en-US" b="1" dirty="0"/>
          </a:p>
        </p:txBody>
      </p:sp>
      <p:pic>
        <p:nvPicPr>
          <p:cNvPr id="33799" name="Picture 5"/>
          <p:cNvPicPr>
            <a:picLocks noChangeAspect="1"/>
          </p:cNvPicPr>
          <p:nvPr/>
        </p:nvPicPr>
        <p:blipFill>
          <a:blip r:embed="rId1"/>
          <a:srcRect l="19533" t="16728" r="17531" b="23730"/>
          <a:stretch>
            <a:fillRect/>
          </a:stretch>
        </p:blipFill>
        <p:spPr>
          <a:xfrm>
            <a:off x="395288" y="1268413"/>
            <a:ext cx="7920037" cy="5153025"/>
          </a:xfrm>
          <a:prstGeom prst="rect">
            <a:avLst/>
          </a:prstGeom>
          <a:noFill/>
          <a:ln w="9525">
            <a:noFill/>
          </a:ln>
        </p:spPr>
      </p:pic>
      <p:sp>
        <p:nvSpPr>
          <p:cNvPr id="33800" name="Text Box 7"/>
          <p:cNvSpPr txBox="1"/>
          <p:nvPr/>
        </p:nvSpPr>
        <p:spPr>
          <a:xfrm>
            <a:off x="8229600" y="476250"/>
            <a:ext cx="914400" cy="6048375"/>
          </a:xfrm>
          <a:prstGeom prst="rect">
            <a:avLst/>
          </a:prstGeom>
          <a:noFill/>
          <a:ln w="9525">
            <a:noFill/>
          </a:ln>
        </p:spPr>
        <p:txBody>
          <a:bodyPr vert="eaVert">
            <a:spAutoFit/>
          </a:bodyPr>
          <a:p>
            <a:pPr eaLnBrk="1" hangingPunct="1">
              <a:spcBef>
                <a:spcPct val="50000"/>
              </a:spcBef>
            </a:pPr>
            <a:r>
              <a:rPr lang="zh-CN" altLang="en-US" sz="2400" b="1" dirty="0">
                <a:latin typeface="宋体" panose="02010600030101010101" pitchFamily="2" charset="-122"/>
              </a:rPr>
              <a:t>图</a:t>
            </a:r>
            <a:r>
              <a:rPr lang="en-US" altLang="zh-CN" sz="2400" b="1" dirty="0">
                <a:latin typeface="宋体" panose="02010600030101010101" pitchFamily="2" charset="-122"/>
              </a:rPr>
              <a:t>5-12  </a:t>
            </a:r>
            <a:r>
              <a:rPr lang="zh-CN" altLang="en-US" sz="2400" b="1" dirty="0">
                <a:latin typeface="宋体" panose="02010600030101010101" pitchFamily="2" charset="-122"/>
              </a:rPr>
              <a:t>采用层次嵌套消息描述的销售合同管理系统中的处理付款单合作图</a:t>
            </a:r>
            <a:endParaRPr lang="zh-CN" altLang="en-US" sz="2400" b="1" dirty="0">
              <a:latin typeface="宋体" panose="02010600030101010101" pitchFamily="2" charset="-122"/>
            </a:endParaRPr>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8" name="日期占位符 3"/>
          <p:cNvSpPr txBox="1">
            <a:spLocks noGrp="1"/>
          </p:cNvSpPr>
          <p:nvPr>
            <p:ph type="dt" sz="half"/>
          </p:nvPr>
        </p:nvSpPr>
        <p:spPr>
          <a:xfrm>
            <a:off x="7162800" y="6381750"/>
            <a:ext cx="1981200" cy="476250"/>
          </a:xfrm>
          <a:prstGeom prst="rect">
            <a:avLst/>
          </a:prstGeom>
          <a:noFill/>
          <a:ln w="9525">
            <a:noFill/>
          </a:ln>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fld id="{BB962C8B-B14F-4D97-AF65-F5344CB8AC3E}" type="datetime1">
              <a:rPr lang="zh-CN" altLang="en-US" sz="1200" dirty="0"/>
            </a:fld>
            <a:endParaRPr lang="zh-CN" altLang="en-US" sz="1200" dirty="0"/>
          </a:p>
        </p:txBody>
      </p:sp>
      <p:sp>
        <p:nvSpPr>
          <p:cNvPr id="34819" name="页脚占位符 4"/>
          <p:cNvSpPr txBox="1">
            <a:spLocks noGrp="1"/>
          </p:cNvSpPr>
          <p:nvPr>
            <p:ph type="ftr" sz="quarter"/>
          </p:nvPr>
        </p:nvSpPr>
        <p:spPr>
          <a:xfrm>
            <a:off x="3151188" y="6313488"/>
            <a:ext cx="2895600" cy="457200"/>
          </a:xfrm>
          <a:prstGeom prst="rect">
            <a:avLst/>
          </a:prstGeom>
          <a:noFill/>
          <a:ln w="9525">
            <a:noFill/>
          </a:ln>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eaLnBrk="1" hangingPunct="1"/>
            <a:r>
              <a:rPr lang="zh-CN" altLang="en-US" dirty="0"/>
              <a:t>UML系统建模与分析设计</a:t>
            </a:r>
            <a:endParaRPr lang="zh-CN" altLang="zh-CN" dirty="0"/>
          </a:p>
        </p:txBody>
      </p:sp>
      <p:sp>
        <p:nvSpPr>
          <p:cNvPr id="34820" name="灯片编号占位符 5"/>
          <p:cNvSpPr txBox="1">
            <a:spLocks noGrp="1"/>
          </p:cNvSpPr>
          <p:nvPr>
            <p:ph type="sldNum" sz="quarter" idx="10"/>
          </p:nvPr>
        </p:nvSpPr>
        <p:spPr>
          <a:xfrm>
            <a:off x="6580188" y="6313488"/>
            <a:ext cx="1905000" cy="457200"/>
          </a:xfrm>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fld id="{9A0DB2DC-4C9A-4742-B13C-FB6460FD3503}" type="slidenum">
              <a:rPr lang="zh-CN" altLang="en-US" sz="1200" dirty="0"/>
            </a:fld>
            <a:endParaRPr lang="zh-CN" altLang="en-US" sz="1200" dirty="0"/>
          </a:p>
        </p:txBody>
      </p:sp>
      <p:sp>
        <p:nvSpPr>
          <p:cNvPr id="34821" name="Rectangle 2"/>
          <p:cNvSpPr>
            <a:spLocks noGrp="1"/>
          </p:cNvSpPr>
          <p:nvPr>
            <p:ph type="title"/>
          </p:nvPr>
        </p:nvSpPr>
        <p:spPr>
          <a:xfrm>
            <a:off x="250825" y="260350"/>
            <a:ext cx="8132763" cy="579438"/>
          </a:xfrm>
        </p:spPr>
        <p:txBody>
          <a:bodyPr vert="horz" wrap="square" lIns="91440" tIns="45720" rIns="91440" bIns="45720" anchor="b" anchorCtr="0"/>
          <a:p>
            <a:r>
              <a:rPr lang="en-US" altLang="zh-CN" sz="3200" dirty="0">
                <a:solidFill>
                  <a:schemeClr val="tx1"/>
                </a:solidFill>
                <a:latin typeface="宋体" panose="02010600030101010101" pitchFamily="2" charset="-122"/>
              </a:rPr>
              <a:t>6.4.3  </a:t>
            </a:r>
            <a:r>
              <a:rPr lang="zh-CN" altLang="en-US" sz="3200" dirty="0">
                <a:solidFill>
                  <a:schemeClr val="tx1"/>
                </a:solidFill>
                <a:latin typeface="宋体" panose="02010600030101010101" pitchFamily="2" charset="-122"/>
              </a:rPr>
              <a:t>嵌套消息与顺序消息的标识 （</a:t>
            </a:r>
            <a:r>
              <a:rPr lang="en-US" altLang="zh-CN" sz="3200" dirty="0">
                <a:solidFill>
                  <a:schemeClr val="tx1"/>
                </a:solidFill>
                <a:latin typeface="宋体" panose="02010600030101010101" pitchFamily="2" charset="-122"/>
              </a:rPr>
              <a:t>con.)</a:t>
            </a:r>
            <a:endParaRPr lang="en-US" altLang="zh-CN" sz="3200" dirty="0">
              <a:solidFill>
                <a:schemeClr val="tx1"/>
              </a:solidFill>
              <a:latin typeface="宋体" panose="02010600030101010101" pitchFamily="2" charset="-122"/>
            </a:endParaRPr>
          </a:p>
        </p:txBody>
      </p:sp>
      <p:sp>
        <p:nvSpPr>
          <p:cNvPr id="34822" name="Rectangle 3"/>
          <p:cNvSpPr>
            <a:spLocks noGrp="1"/>
          </p:cNvSpPr>
          <p:nvPr>
            <p:ph idx="1"/>
          </p:nvPr>
        </p:nvSpPr>
        <p:spPr>
          <a:xfrm>
            <a:off x="539750" y="908050"/>
            <a:ext cx="7772400" cy="5113338"/>
          </a:xfrm>
        </p:spPr>
        <p:txBody>
          <a:bodyPr vert="horz" wrap="square" lIns="91440" tIns="45720" rIns="91440" bIns="45720" anchor="t" anchorCtr="0"/>
          <a:p>
            <a:pPr>
              <a:buFontTx/>
              <a:buNone/>
            </a:pPr>
            <a:r>
              <a:rPr lang="en-US" altLang="zh-CN" b="1" dirty="0"/>
              <a:t>2</a:t>
            </a:r>
            <a:r>
              <a:rPr lang="zh-CN" altLang="en-US" b="1" dirty="0"/>
              <a:t>．顺序消息序号的标识</a:t>
            </a:r>
            <a:endParaRPr lang="zh-CN" altLang="en-US" b="1" dirty="0"/>
          </a:p>
        </p:txBody>
      </p:sp>
      <p:pic>
        <p:nvPicPr>
          <p:cNvPr id="34823" name="Picture 5"/>
          <p:cNvPicPr>
            <a:picLocks noChangeAspect="1"/>
          </p:cNvPicPr>
          <p:nvPr/>
        </p:nvPicPr>
        <p:blipFill>
          <a:blip r:embed="rId1"/>
          <a:srcRect l="19533" t="18121" r="17531" b="22337"/>
          <a:stretch>
            <a:fillRect/>
          </a:stretch>
        </p:blipFill>
        <p:spPr>
          <a:xfrm>
            <a:off x="611188" y="1484313"/>
            <a:ext cx="7416800" cy="5149850"/>
          </a:xfrm>
          <a:prstGeom prst="rect">
            <a:avLst/>
          </a:prstGeom>
          <a:noFill/>
          <a:ln w="9525">
            <a:noFill/>
          </a:ln>
        </p:spPr>
      </p:pic>
      <p:sp>
        <p:nvSpPr>
          <p:cNvPr id="34824" name="Text Box 6"/>
          <p:cNvSpPr txBox="1"/>
          <p:nvPr/>
        </p:nvSpPr>
        <p:spPr>
          <a:xfrm>
            <a:off x="8229600" y="549275"/>
            <a:ext cx="914400" cy="6119813"/>
          </a:xfrm>
          <a:prstGeom prst="rect">
            <a:avLst/>
          </a:prstGeom>
          <a:noFill/>
          <a:ln w="9525">
            <a:noFill/>
          </a:ln>
        </p:spPr>
        <p:txBody>
          <a:bodyPr vert="eaVert">
            <a:spAutoFit/>
          </a:bodyPr>
          <a:p>
            <a:pPr eaLnBrk="1" hangingPunct="1">
              <a:spcBef>
                <a:spcPct val="50000"/>
              </a:spcBef>
            </a:pPr>
            <a:r>
              <a:rPr lang="zh-CN" altLang="en-US" sz="2400" b="1" dirty="0">
                <a:latin typeface="宋体" panose="02010600030101010101" pitchFamily="2" charset="-122"/>
              </a:rPr>
              <a:t>图</a:t>
            </a:r>
            <a:r>
              <a:rPr lang="en-US" altLang="zh-CN" sz="2400" b="1" dirty="0">
                <a:latin typeface="宋体" panose="02010600030101010101" pitchFamily="2" charset="-122"/>
              </a:rPr>
              <a:t>5-13  </a:t>
            </a:r>
            <a:r>
              <a:rPr lang="zh-CN" altLang="en-US" sz="2400" b="1" dirty="0">
                <a:latin typeface="宋体" panose="02010600030101010101" pitchFamily="2" charset="-122"/>
              </a:rPr>
              <a:t>采用顺序消息序号描述的销售合同管理系统中的处理付款单合作图</a:t>
            </a:r>
            <a:endParaRPr lang="zh-CN" altLang="en-US" sz="2400" b="1" dirty="0">
              <a:latin typeface="宋体" panose="02010600030101010101" pitchFamily="2" charset="-122"/>
            </a:endParaRPr>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2" name="日期占位符 3"/>
          <p:cNvSpPr txBox="1">
            <a:spLocks noGrp="1"/>
          </p:cNvSpPr>
          <p:nvPr>
            <p:ph type="dt" sz="half"/>
          </p:nvPr>
        </p:nvSpPr>
        <p:spPr>
          <a:xfrm>
            <a:off x="7162800" y="6381750"/>
            <a:ext cx="1981200" cy="476250"/>
          </a:xfrm>
          <a:prstGeom prst="rect">
            <a:avLst/>
          </a:prstGeom>
          <a:noFill/>
          <a:ln w="9525">
            <a:noFill/>
          </a:ln>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fld id="{BB962C8B-B14F-4D97-AF65-F5344CB8AC3E}" type="datetime1">
              <a:rPr lang="zh-CN" altLang="en-US" sz="1200" dirty="0"/>
            </a:fld>
            <a:endParaRPr lang="zh-CN" altLang="en-US" sz="1200" dirty="0"/>
          </a:p>
        </p:txBody>
      </p:sp>
      <p:sp>
        <p:nvSpPr>
          <p:cNvPr id="35843" name="页脚占位符 4"/>
          <p:cNvSpPr txBox="1">
            <a:spLocks noGrp="1"/>
          </p:cNvSpPr>
          <p:nvPr>
            <p:ph type="ftr" sz="quarter"/>
          </p:nvPr>
        </p:nvSpPr>
        <p:spPr>
          <a:xfrm>
            <a:off x="3151188" y="6313488"/>
            <a:ext cx="2895600" cy="457200"/>
          </a:xfrm>
          <a:prstGeom prst="rect">
            <a:avLst/>
          </a:prstGeom>
          <a:noFill/>
          <a:ln w="9525">
            <a:noFill/>
          </a:ln>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eaLnBrk="1" hangingPunct="1"/>
            <a:r>
              <a:rPr lang="zh-CN" altLang="en-US" dirty="0"/>
              <a:t>UML系统建模与分析设计</a:t>
            </a:r>
            <a:endParaRPr lang="zh-CN" altLang="zh-CN" dirty="0"/>
          </a:p>
        </p:txBody>
      </p:sp>
      <p:sp>
        <p:nvSpPr>
          <p:cNvPr id="35844" name="灯片编号占位符 5"/>
          <p:cNvSpPr txBox="1">
            <a:spLocks noGrp="1"/>
          </p:cNvSpPr>
          <p:nvPr>
            <p:ph type="sldNum" sz="quarter" idx="10"/>
          </p:nvPr>
        </p:nvSpPr>
        <p:spPr>
          <a:xfrm>
            <a:off x="6580188" y="6313488"/>
            <a:ext cx="1905000" cy="457200"/>
          </a:xfrm>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fld id="{9A0DB2DC-4C9A-4742-B13C-FB6460FD3503}" type="slidenum">
              <a:rPr lang="zh-CN" altLang="en-US" sz="1200" dirty="0"/>
            </a:fld>
            <a:endParaRPr lang="zh-CN" altLang="en-US" sz="1200" dirty="0"/>
          </a:p>
        </p:txBody>
      </p:sp>
      <p:sp>
        <p:nvSpPr>
          <p:cNvPr id="35845" name="Rectangle 2"/>
          <p:cNvSpPr>
            <a:spLocks noGrp="1"/>
          </p:cNvSpPr>
          <p:nvPr>
            <p:ph type="title"/>
          </p:nvPr>
        </p:nvSpPr>
        <p:spPr>
          <a:xfrm>
            <a:off x="585788" y="792163"/>
            <a:ext cx="7899400" cy="579437"/>
          </a:xfrm>
        </p:spPr>
        <p:txBody>
          <a:bodyPr vert="horz" wrap="square" lIns="91440" tIns="45720" rIns="91440" bIns="45720" anchor="b" anchorCtr="0"/>
          <a:p>
            <a:r>
              <a:rPr lang="en-US" altLang="zh-CN" b="1" dirty="0">
                <a:solidFill>
                  <a:srgbClr val="FF0000"/>
                </a:solidFill>
                <a:latin typeface="宋体" panose="02010600030101010101" pitchFamily="2" charset="-122"/>
              </a:rPr>
              <a:t>6.4.4  </a:t>
            </a:r>
            <a:r>
              <a:rPr lang="zh-CN" altLang="en-US" b="1" dirty="0">
                <a:solidFill>
                  <a:srgbClr val="FF0000"/>
                </a:solidFill>
                <a:latin typeface="宋体" panose="02010600030101010101" pitchFamily="2" charset="-122"/>
              </a:rPr>
              <a:t>异步操作中的回调消息</a:t>
            </a:r>
            <a:endParaRPr lang="zh-CN" altLang="en-US" b="1" dirty="0">
              <a:solidFill>
                <a:srgbClr val="FF0000"/>
              </a:solidFill>
              <a:latin typeface="宋体" panose="02010600030101010101" pitchFamily="2" charset="-122"/>
            </a:endParaRPr>
          </a:p>
        </p:txBody>
      </p:sp>
      <p:sp>
        <p:nvSpPr>
          <p:cNvPr id="35846" name="Rectangle 3"/>
          <p:cNvSpPr>
            <a:spLocks noGrp="1"/>
          </p:cNvSpPr>
          <p:nvPr>
            <p:ph idx="1"/>
          </p:nvPr>
        </p:nvSpPr>
        <p:spPr>
          <a:xfrm>
            <a:off x="585788" y="1773238"/>
            <a:ext cx="7772400" cy="3609975"/>
          </a:xfrm>
          <a:solidFill>
            <a:schemeClr val="bg1">
              <a:alpha val="100000"/>
            </a:schemeClr>
          </a:solidFill>
        </p:spPr>
        <p:txBody>
          <a:bodyPr vert="horz" wrap="square" lIns="91440" tIns="45720" rIns="91440" bIns="45720" anchor="t" anchorCtr="0"/>
          <a:p>
            <a:pPr>
              <a:buFontTx/>
              <a:buNone/>
            </a:pPr>
            <a:r>
              <a:rPr lang="en-US" altLang="zh-CN" b="1" dirty="0">
                <a:latin typeface="宋体" panose="02010600030101010101" pitchFamily="2" charset="-122"/>
              </a:rPr>
              <a:t>1</a:t>
            </a:r>
            <a:r>
              <a:rPr lang="zh-CN" altLang="en-US" b="1" dirty="0">
                <a:latin typeface="宋体" panose="02010600030101010101" pitchFamily="2" charset="-122"/>
              </a:rPr>
              <a:t>．自调用</a:t>
            </a:r>
            <a:endParaRPr lang="zh-CN" altLang="en-US" b="1" dirty="0">
              <a:latin typeface="宋体" panose="02010600030101010101" pitchFamily="2" charset="-122"/>
            </a:endParaRPr>
          </a:p>
          <a:p>
            <a:pPr>
              <a:buFontTx/>
              <a:buNone/>
            </a:pPr>
            <a:r>
              <a:rPr lang="en-US" altLang="zh-CN" b="1" dirty="0">
                <a:latin typeface="宋体" panose="02010600030101010101" pitchFamily="2" charset="-122"/>
              </a:rPr>
              <a:t>2</a:t>
            </a:r>
            <a:r>
              <a:rPr lang="zh-CN" altLang="en-US" b="1" dirty="0">
                <a:latin typeface="宋体" panose="02010600030101010101" pitchFamily="2" charset="-122"/>
              </a:rPr>
              <a:t>．异步操作中的回调</a:t>
            </a:r>
            <a:endParaRPr lang="zh-CN" altLang="en-US" b="1" dirty="0">
              <a:latin typeface="宋体" panose="02010600030101010101" pitchFamily="2" charset="-122"/>
            </a:endParaRPr>
          </a:p>
          <a:p>
            <a:pPr>
              <a:buFontTx/>
              <a:buNone/>
            </a:pPr>
            <a:endParaRPr lang="zh-CN" altLang="en-US" b="1" dirty="0">
              <a:latin typeface="宋体" panose="02010600030101010101" pitchFamily="2" charset="-122"/>
            </a:endParaRPr>
          </a:p>
          <a:p>
            <a:pPr>
              <a:buFontTx/>
              <a:buNone/>
            </a:pPr>
            <a:endParaRPr lang="zh-CN" altLang="en-US" b="1" dirty="0">
              <a:latin typeface="宋体" panose="02010600030101010101" pitchFamily="2" charset="-122"/>
            </a:endParaRPr>
          </a:p>
          <a:p>
            <a:pPr>
              <a:buFontTx/>
              <a:buNone/>
            </a:pPr>
            <a:endParaRPr lang="zh-CN" altLang="en-US" b="1" dirty="0">
              <a:latin typeface="宋体" panose="02010600030101010101" pitchFamily="2" charset="-122"/>
            </a:endParaRPr>
          </a:p>
          <a:p>
            <a:pPr>
              <a:buFontTx/>
              <a:buNone/>
            </a:pPr>
            <a:endParaRPr lang="zh-CN" altLang="en-US" b="1" dirty="0">
              <a:latin typeface="宋体" panose="02010600030101010101" pitchFamily="2" charset="-122"/>
            </a:endParaRPr>
          </a:p>
          <a:p>
            <a:pPr>
              <a:buFontTx/>
              <a:buNone/>
            </a:pPr>
            <a:endParaRPr lang="zh-CN" altLang="en-US" b="1" dirty="0">
              <a:latin typeface="宋体" panose="02010600030101010101" pitchFamily="2" charset="-122"/>
            </a:endParaRPr>
          </a:p>
          <a:p>
            <a:pPr algn="ctr">
              <a:buFontTx/>
              <a:buNone/>
            </a:pPr>
            <a:r>
              <a:rPr lang="zh-CN" altLang="en-US" b="1" dirty="0">
                <a:latin typeface="宋体" panose="02010600030101010101" pitchFamily="2" charset="-122"/>
              </a:rPr>
              <a:t>图</a:t>
            </a:r>
            <a:r>
              <a:rPr lang="en-US" altLang="zh-CN" b="1" dirty="0">
                <a:latin typeface="宋体" panose="02010600030101010101" pitchFamily="2" charset="-122"/>
              </a:rPr>
              <a:t>5-14  </a:t>
            </a:r>
            <a:r>
              <a:rPr lang="zh-CN" altLang="en-US" b="1" dirty="0">
                <a:latin typeface="宋体" panose="02010600030101010101" pitchFamily="2" charset="-122"/>
              </a:rPr>
              <a:t>具有回调消息的合作图</a:t>
            </a:r>
            <a:endParaRPr lang="zh-CN" altLang="en-US" b="1" dirty="0">
              <a:latin typeface="宋体" panose="02010600030101010101" pitchFamily="2" charset="-122"/>
            </a:endParaRPr>
          </a:p>
        </p:txBody>
      </p:sp>
      <p:pic>
        <p:nvPicPr>
          <p:cNvPr id="35847" name="Picture 5"/>
          <p:cNvPicPr>
            <a:picLocks noChangeAspect="1"/>
          </p:cNvPicPr>
          <p:nvPr/>
        </p:nvPicPr>
        <p:blipFill>
          <a:blip r:embed="rId1"/>
          <a:srcRect l="23872" t="38832" r="26212" b="48224"/>
          <a:stretch>
            <a:fillRect/>
          </a:stretch>
        </p:blipFill>
        <p:spPr>
          <a:xfrm>
            <a:off x="827088" y="3213100"/>
            <a:ext cx="7561262" cy="1573213"/>
          </a:xfrm>
          <a:prstGeom prst="rect">
            <a:avLst/>
          </a:prstGeom>
          <a:noFill/>
          <a:ln w="9525">
            <a:noFill/>
          </a:ln>
        </p:spPr>
      </p:pic>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6" name="日期占位符 3"/>
          <p:cNvSpPr txBox="1">
            <a:spLocks noGrp="1"/>
          </p:cNvSpPr>
          <p:nvPr>
            <p:ph type="dt" sz="half"/>
          </p:nvPr>
        </p:nvSpPr>
        <p:spPr>
          <a:xfrm>
            <a:off x="7162800" y="6381750"/>
            <a:ext cx="1981200" cy="476250"/>
          </a:xfrm>
          <a:prstGeom prst="rect">
            <a:avLst/>
          </a:prstGeom>
          <a:noFill/>
          <a:ln w="9525">
            <a:noFill/>
          </a:ln>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fld id="{BB962C8B-B14F-4D97-AF65-F5344CB8AC3E}" type="datetime1">
              <a:rPr lang="zh-CN" altLang="en-US" sz="1200" dirty="0"/>
            </a:fld>
            <a:endParaRPr lang="zh-CN" altLang="en-US" sz="1200" dirty="0"/>
          </a:p>
        </p:txBody>
      </p:sp>
      <p:sp>
        <p:nvSpPr>
          <p:cNvPr id="36867" name="页脚占位符 4"/>
          <p:cNvSpPr txBox="1">
            <a:spLocks noGrp="1"/>
          </p:cNvSpPr>
          <p:nvPr>
            <p:ph type="ftr" sz="quarter"/>
          </p:nvPr>
        </p:nvSpPr>
        <p:spPr>
          <a:xfrm>
            <a:off x="3151188" y="6313488"/>
            <a:ext cx="2895600" cy="457200"/>
          </a:xfrm>
          <a:prstGeom prst="rect">
            <a:avLst/>
          </a:prstGeom>
          <a:noFill/>
          <a:ln w="9525">
            <a:noFill/>
          </a:ln>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eaLnBrk="1" hangingPunct="1"/>
            <a:r>
              <a:rPr lang="zh-CN" altLang="en-US" dirty="0"/>
              <a:t>UML系统建模与分析设计</a:t>
            </a:r>
            <a:endParaRPr lang="zh-CN" altLang="zh-CN" dirty="0"/>
          </a:p>
        </p:txBody>
      </p:sp>
      <p:sp>
        <p:nvSpPr>
          <p:cNvPr id="36868" name="灯片编号占位符 5"/>
          <p:cNvSpPr txBox="1">
            <a:spLocks noGrp="1"/>
          </p:cNvSpPr>
          <p:nvPr>
            <p:ph type="sldNum" sz="quarter" idx="10"/>
          </p:nvPr>
        </p:nvSpPr>
        <p:spPr>
          <a:xfrm>
            <a:off x="6580188" y="6313488"/>
            <a:ext cx="1905000" cy="457200"/>
          </a:xfrm>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fld id="{9A0DB2DC-4C9A-4742-B13C-FB6460FD3503}" type="slidenum">
              <a:rPr lang="zh-CN" altLang="en-US" sz="1200" dirty="0"/>
            </a:fld>
            <a:endParaRPr lang="zh-CN" altLang="en-US" sz="1200" dirty="0"/>
          </a:p>
        </p:txBody>
      </p:sp>
      <p:sp>
        <p:nvSpPr>
          <p:cNvPr id="36869" name="Rectangle 3"/>
          <p:cNvSpPr>
            <a:spLocks noGrp="1"/>
          </p:cNvSpPr>
          <p:nvPr>
            <p:ph idx="1"/>
          </p:nvPr>
        </p:nvSpPr>
        <p:spPr>
          <a:xfrm>
            <a:off x="684213" y="5734050"/>
            <a:ext cx="7772400" cy="722313"/>
          </a:xfrm>
        </p:spPr>
        <p:txBody>
          <a:bodyPr vert="horz" wrap="square" lIns="91440" tIns="45720" rIns="91440" bIns="45720" anchor="t" anchorCtr="0"/>
          <a:p>
            <a:pPr algn="ctr">
              <a:buFontTx/>
              <a:buNone/>
            </a:pPr>
            <a:r>
              <a:rPr lang="zh-CN" altLang="en-US" sz="2400" b="1" dirty="0">
                <a:latin typeface="宋体" panose="02010600030101010101" pitchFamily="2" charset="-122"/>
              </a:rPr>
              <a:t>图</a:t>
            </a:r>
            <a:r>
              <a:rPr lang="en-US" altLang="zh-CN" sz="2400" b="1" dirty="0">
                <a:latin typeface="宋体" panose="02010600030101010101" pitchFamily="2" charset="-122"/>
              </a:rPr>
              <a:t>5-15  </a:t>
            </a:r>
            <a:r>
              <a:rPr lang="zh-CN" altLang="en-US" sz="2400" b="1" dirty="0">
                <a:latin typeface="宋体" panose="02010600030101010101" pitchFamily="2" charset="-122"/>
              </a:rPr>
              <a:t>具有回调消息的顺序图</a:t>
            </a:r>
            <a:endParaRPr lang="zh-CN" altLang="en-US" sz="2400" b="1" dirty="0">
              <a:latin typeface="宋体" panose="02010600030101010101" pitchFamily="2" charset="-122"/>
            </a:endParaRPr>
          </a:p>
        </p:txBody>
      </p:sp>
      <p:sp>
        <p:nvSpPr>
          <p:cNvPr id="36870" name="Rectangle 5"/>
          <p:cNvSpPr>
            <a:spLocks noGrp="1"/>
          </p:cNvSpPr>
          <p:nvPr>
            <p:ph type="title"/>
          </p:nvPr>
        </p:nvSpPr>
        <p:spPr>
          <a:xfrm>
            <a:off x="611188" y="333375"/>
            <a:ext cx="7772400" cy="579438"/>
          </a:xfrm>
        </p:spPr>
        <p:txBody>
          <a:bodyPr vert="horz" wrap="square" lIns="91440" tIns="45720" rIns="91440" bIns="45720" anchor="b" anchorCtr="0"/>
          <a:p>
            <a:r>
              <a:rPr lang="en-US" altLang="zh-CN" sz="3200" dirty="0">
                <a:solidFill>
                  <a:schemeClr val="tx1"/>
                </a:solidFill>
                <a:latin typeface="宋体" panose="02010600030101010101" pitchFamily="2" charset="-122"/>
              </a:rPr>
              <a:t>6.4.4  </a:t>
            </a:r>
            <a:r>
              <a:rPr lang="zh-CN" altLang="en-US" sz="3200" dirty="0">
                <a:solidFill>
                  <a:schemeClr val="tx1"/>
                </a:solidFill>
                <a:latin typeface="宋体" panose="02010600030101010101" pitchFamily="2" charset="-122"/>
              </a:rPr>
              <a:t>异步操作中的回调消息 （</a:t>
            </a:r>
            <a:r>
              <a:rPr lang="en-US" altLang="zh-CN" sz="3200" dirty="0">
                <a:solidFill>
                  <a:schemeClr val="tx1"/>
                </a:solidFill>
                <a:latin typeface="宋体" panose="02010600030101010101" pitchFamily="2" charset="-122"/>
              </a:rPr>
              <a:t>con.</a:t>
            </a:r>
            <a:r>
              <a:rPr lang="zh-CN" altLang="en-US" sz="3200" dirty="0">
                <a:solidFill>
                  <a:schemeClr val="tx1"/>
                </a:solidFill>
                <a:latin typeface="宋体" panose="02010600030101010101" pitchFamily="2" charset="-122"/>
              </a:rPr>
              <a:t>）</a:t>
            </a:r>
            <a:endParaRPr lang="zh-CN" altLang="en-US" sz="3200" dirty="0">
              <a:solidFill>
                <a:schemeClr val="tx1"/>
              </a:solidFill>
              <a:latin typeface="宋体" panose="02010600030101010101" pitchFamily="2" charset="-122"/>
            </a:endParaRPr>
          </a:p>
        </p:txBody>
      </p:sp>
      <p:pic>
        <p:nvPicPr>
          <p:cNvPr id="36871" name="Picture 6"/>
          <p:cNvPicPr>
            <a:picLocks noChangeAspect="1"/>
          </p:cNvPicPr>
          <p:nvPr/>
        </p:nvPicPr>
        <p:blipFill>
          <a:blip r:embed="rId1"/>
          <a:srcRect l="17361" t="31065" r="26212" b="24925"/>
          <a:stretch>
            <a:fillRect/>
          </a:stretch>
        </p:blipFill>
        <p:spPr>
          <a:xfrm>
            <a:off x="395288" y="981075"/>
            <a:ext cx="8353425" cy="4826000"/>
          </a:xfrm>
          <a:prstGeom prst="rect">
            <a:avLst/>
          </a:prstGeom>
          <a:noFill/>
          <a:ln w="9525">
            <a:noFill/>
          </a:ln>
        </p:spPr>
      </p:pic>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90" name="日期占位符 3"/>
          <p:cNvSpPr txBox="1">
            <a:spLocks noGrp="1"/>
          </p:cNvSpPr>
          <p:nvPr>
            <p:ph type="dt" sz="half"/>
          </p:nvPr>
        </p:nvSpPr>
        <p:spPr>
          <a:xfrm>
            <a:off x="7162800" y="6381750"/>
            <a:ext cx="1981200" cy="476250"/>
          </a:xfrm>
          <a:prstGeom prst="rect">
            <a:avLst/>
          </a:prstGeom>
          <a:noFill/>
          <a:ln w="9525">
            <a:noFill/>
          </a:ln>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fld id="{BB962C8B-B14F-4D97-AF65-F5344CB8AC3E}" type="datetime1">
              <a:rPr lang="zh-CN" altLang="en-US" sz="1200" dirty="0"/>
            </a:fld>
            <a:endParaRPr lang="zh-CN" altLang="en-US" sz="1200" dirty="0"/>
          </a:p>
        </p:txBody>
      </p:sp>
      <p:sp>
        <p:nvSpPr>
          <p:cNvPr id="37891" name="页脚占位符 4"/>
          <p:cNvSpPr txBox="1">
            <a:spLocks noGrp="1"/>
          </p:cNvSpPr>
          <p:nvPr>
            <p:ph type="ftr" sz="quarter"/>
          </p:nvPr>
        </p:nvSpPr>
        <p:spPr>
          <a:xfrm>
            <a:off x="3151188" y="6313488"/>
            <a:ext cx="2895600" cy="457200"/>
          </a:xfrm>
          <a:prstGeom prst="rect">
            <a:avLst/>
          </a:prstGeom>
          <a:noFill/>
          <a:ln w="9525">
            <a:noFill/>
          </a:ln>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eaLnBrk="1" hangingPunct="1"/>
            <a:r>
              <a:rPr lang="zh-CN" altLang="en-US" dirty="0"/>
              <a:t>UML系统建模与分析设计</a:t>
            </a:r>
            <a:endParaRPr lang="zh-CN" altLang="zh-CN" dirty="0"/>
          </a:p>
        </p:txBody>
      </p:sp>
      <p:sp>
        <p:nvSpPr>
          <p:cNvPr id="37892" name="灯片编号占位符 5"/>
          <p:cNvSpPr txBox="1">
            <a:spLocks noGrp="1"/>
          </p:cNvSpPr>
          <p:nvPr>
            <p:ph type="sldNum" sz="quarter" idx="10"/>
          </p:nvPr>
        </p:nvSpPr>
        <p:spPr>
          <a:xfrm>
            <a:off x="6580188" y="6313488"/>
            <a:ext cx="1905000" cy="457200"/>
          </a:xfrm>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fld id="{9A0DB2DC-4C9A-4742-B13C-FB6460FD3503}" type="slidenum">
              <a:rPr lang="zh-CN" altLang="en-US" sz="1200" dirty="0"/>
            </a:fld>
            <a:endParaRPr lang="zh-CN" altLang="en-US" sz="1200" dirty="0"/>
          </a:p>
        </p:txBody>
      </p:sp>
      <p:sp>
        <p:nvSpPr>
          <p:cNvPr id="37893" name="Rectangle 2"/>
          <p:cNvSpPr>
            <a:spLocks noGrp="1"/>
          </p:cNvSpPr>
          <p:nvPr>
            <p:ph type="title"/>
          </p:nvPr>
        </p:nvSpPr>
        <p:spPr>
          <a:xfrm>
            <a:off x="395288" y="692150"/>
            <a:ext cx="7772400" cy="579438"/>
          </a:xfrm>
        </p:spPr>
        <p:txBody>
          <a:bodyPr vert="horz" wrap="square" lIns="91440" tIns="45720" rIns="91440" bIns="45720" anchor="b" anchorCtr="0"/>
          <a:p>
            <a:r>
              <a:rPr lang="en-US" altLang="zh-CN" dirty="0">
                <a:solidFill>
                  <a:schemeClr val="tx1"/>
                </a:solidFill>
                <a:latin typeface="宋体" panose="02010600030101010101" pitchFamily="2" charset="-122"/>
              </a:rPr>
              <a:t>6.4.5  </a:t>
            </a:r>
            <a:r>
              <a:rPr lang="zh-CN" altLang="en-US" dirty="0">
                <a:solidFill>
                  <a:schemeClr val="tx1"/>
                </a:solidFill>
                <a:latin typeface="宋体" panose="02010600030101010101" pitchFamily="2" charset="-122"/>
              </a:rPr>
              <a:t>循环发送同一个重复消息</a:t>
            </a:r>
            <a:endParaRPr lang="zh-CN" altLang="en-US" dirty="0">
              <a:solidFill>
                <a:schemeClr val="tx1"/>
              </a:solidFill>
              <a:latin typeface="宋体" panose="02010600030101010101" pitchFamily="2" charset="-122"/>
            </a:endParaRPr>
          </a:p>
        </p:txBody>
      </p:sp>
      <p:pic>
        <p:nvPicPr>
          <p:cNvPr id="37894" name="Picture 5"/>
          <p:cNvPicPr>
            <a:picLocks noChangeAspect="1"/>
          </p:cNvPicPr>
          <p:nvPr/>
        </p:nvPicPr>
        <p:blipFill>
          <a:blip r:embed="rId1"/>
          <a:srcRect l="16269" t="21683" r="28508" b="47855"/>
          <a:stretch>
            <a:fillRect/>
          </a:stretch>
        </p:blipFill>
        <p:spPr>
          <a:xfrm>
            <a:off x="250825" y="1844675"/>
            <a:ext cx="8569325" cy="3676650"/>
          </a:xfrm>
          <a:prstGeom prst="rect">
            <a:avLst/>
          </a:prstGeom>
          <a:noFill/>
          <a:ln w="9525">
            <a:noFill/>
          </a:ln>
        </p:spPr>
      </p:pic>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日期占位符 3"/>
          <p:cNvSpPr txBox="1">
            <a:spLocks noGrp="1"/>
          </p:cNvSpPr>
          <p:nvPr>
            <p:ph type="dt" sz="half"/>
          </p:nvPr>
        </p:nvSpPr>
        <p:spPr>
          <a:xfrm>
            <a:off x="7162800" y="6381750"/>
            <a:ext cx="1981200" cy="476250"/>
          </a:xfrm>
          <a:prstGeom prst="rect">
            <a:avLst/>
          </a:prstGeom>
          <a:noFill/>
          <a:ln w="9525">
            <a:noFill/>
          </a:ln>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fld id="{BB962C8B-B14F-4D97-AF65-F5344CB8AC3E}" type="datetime1">
              <a:rPr lang="zh-CN" altLang="en-US" sz="1200" dirty="0"/>
            </a:fld>
            <a:endParaRPr lang="zh-CN" altLang="en-US" sz="1200" dirty="0"/>
          </a:p>
        </p:txBody>
      </p:sp>
      <p:sp>
        <p:nvSpPr>
          <p:cNvPr id="38915" name="页脚占位符 4"/>
          <p:cNvSpPr txBox="1">
            <a:spLocks noGrp="1"/>
          </p:cNvSpPr>
          <p:nvPr>
            <p:ph type="ftr" sz="quarter"/>
          </p:nvPr>
        </p:nvSpPr>
        <p:spPr>
          <a:xfrm>
            <a:off x="3151188" y="6313488"/>
            <a:ext cx="2895600" cy="457200"/>
          </a:xfrm>
          <a:prstGeom prst="rect">
            <a:avLst/>
          </a:prstGeom>
          <a:noFill/>
          <a:ln w="9525">
            <a:noFill/>
          </a:ln>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eaLnBrk="1" hangingPunct="1"/>
            <a:r>
              <a:rPr lang="zh-CN" altLang="en-US" dirty="0"/>
              <a:t>UML系统建模与分析设计</a:t>
            </a:r>
            <a:endParaRPr lang="zh-CN" altLang="zh-CN" dirty="0"/>
          </a:p>
        </p:txBody>
      </p:sp>
      <p:sp>
        <p:nvSpPr>
          <p:cNvPr id="38916" name="灯片编号占位符 5"/>
          <p:cNvSpPr txBox="1">
            <a:spLocks noGrp="1"/>
          </p:cNvSpPr>
          <p:nvPr>
            <p:ph type="sldNum" sz="quarter" idx="10"/>
          </p:nvPr>
        </p:nvSpPr>
        <p:spPr>
          <a:xfrm>
            <a:off x="6580188" y="6313488"/>
            <a:ext cx="1905000" cy="457200"/>
          </a:xfrm>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fld id="{9A0DB2DC-4C9A-4742-B13C-FB6460FD3503}" type="slidenum">
              <a:rPr lang="zh-CN" altLang="en-US" sz="1200" dirty="0"/>
            </a:fld>
            <a:endParaRPr lang="zh-CN" altLang="en-US" sz="1200" dirty="0"/>
          </a:p>
        </p:txBody>
      </p:sp>
      <p:sp>
        <p:nvSpPr>
          <p:cNvPr id="38917" name="Rectangle 2"/>
          <p:cNvSpPr>
            <a:spLocks noGrp="1"/>
          </p:cNvSpPr>
          <p:nvPr>
            <p:ph type="title"/>
          </p:nvPr>
        </p:nvSpPr>
        <p:spPr>
          <a:xfrm>
            <a:off x="684213" y="404813"/>
            <a:ext cx="7772400" cy="1190625"/>
          </a:xfrm>
        </p:spPr>
        <p:txBody>
          <a:bodyPr vert="horz" wrap="square" lIns="91440" tIns="45720" rIns="91440" bIns="45720" anchor="b" anchorCtr="0"/>
          <a:p>
            <a:r>
              <a:rPr lang="en-US" altLang="zh-CN" sz="3600" dirty="0">
                <a:solidFill>
                  <a:schemeClr val="tx1"/>
                </a:solidFill>
                <a:latin typeface="宋体" panose="02010600030101010101" pitchFamily="2" charset="-122"/>
              </a:rPr>
              <a:t>6.5  </a:t>
            </a:r>
            <a:r>
              <a:rPr lang="zh-CN" altLang="en-US" sz="3600" dirty="0">
                <a:solidFill>
                  <a:schemeClr val="tx1"/>
                </a:solidFill>
                <a:latin typeface="宋体" panose="02010600030101010101" pitchFamily="2" charset="-122"/>
              </a:rPr>
              <a:t>动态交互模型</a:t>
            </a:r>
            <a:br>
              <a:rPr lang="zh-CN" altLang="en-US" sz="3600" dirty="0">
                <a:solidFill>
                  <a:schemeClr val="tx1"/>
                </a:solidFill>
                <a:latin typeface="宋体" panose="02010600030101010101" pitchFamily="2" charset="-122"/>
              </a:rPr>
            </a:br>
            <a:r>
              <a:rPr lang="zh-CN" altLang="en-US" sz="3600" dirty="0">
                <a:solidFill>
                  <a:schemeClr val="tx1"/>
                </a:solidFill>
                <a:latin typeface="宋体" panose="02010600030101010101" pitchFamily="2" charset="-122"/>
              </a:rPr>
              <a:t>			</a:t>
            </a:r>
            <a:r>
              <a:rPr lang="en-US" altLang="zh-CN" sz="2800" dirty="0">
                <a:solidFill>
                  <a:schemeClr val="tx1"/>
                </a:solidFill>
                <a:latin typeface="Times New Roman" panose="02020603050405020304" pitchFamily="18" charset="0"/>
              </a:rPr>
              <a:t>——</a:t>
            </a:r>
            <a:r>
              <a:rPr lang="zh-CN" altLang="en-US" sz="2800" dirty="0">
                <a:solidFill>
                  <a:schemeClr val="tx1"/>
                </a:solidFill>
                <a:latin typeface="宋体" panose="02010600030101010101" pitchFamily="2" charset="-122"/>
              </a:rPr>
              <a:t>控制流建模</a:t>
            </a:r>
            <a:endParaRPr lang="zh-CN" altLang="en-US" sz="2800" dirty="0">
              <a:solidFill>
                <a:schemeClr val="tx1"/>
              </a:solidFill>
              <a:latin typeface="宋体" panose="02010600030101010101" pitchFamily="2" charset="-122"/>
            </a:endParaRPr>
          </a:p>
        </p:txBody>
      </p:sp>
      <p:sp>
        <p:nvSpPr>
          <p:cNvPr id="38918" name="Rectangle 3"/>
          <p:cNvSpPr>
            <a:spLocks noGrp="1"/>
          </p:cNvSpPr>
          <p:nvPr>
            <p:ph idx="1"/>
          </p:nvPr>
        </p:nvSpPr>
        <p:spPr>
          <a:xfrm>
            <a:off x="179388" y="1773238"/>
            <a:ext cx="8569325" cy="4467225"/>
          </a:xfrm>
        </p:spPr>
        <p:txBody>
          <a:bodyPr vert="horz" wrap="square" lIns="91440" tIns="45720" rIns="91440" bIns="45720" anchor="t" anchorCtr="0"/>
          <a:p>
            <a:pPr>
              <a:buFontTx/>
              <a:buNone/>
            </a:pPr>
            <a:r>
              <a:rPr lang="zh-CN" altLang="en-US" sz="2800" b="1" dirty="0">
                <a:latin typeface="宋体" panose="02010600030101010101" pitchFamily="2" charset="-122"/>
              </a:rPr>
              <a:t>（</a:t>
            </a:r>
            <a:r>
              <a:rPr lang="en-US" altLang="zh-CN" sz="2800" b="1" dirty="0">
                <a:latin typeface="宋体" panose="02010600030101010101" pitchFamily="2" charset="-122"/>
              </a:rPr>
              <a:t>1</a:t>
            </a:r>
            <a:r>
              <a:rPr lang="zh-CN" altLang="en-US" sz="2800" b="1" dirty="0">
                <a:latin typeface="宋体" panose="02010600030101010101" pitchFamily="2" charset="-122"/>
              </a:rPr>
              <a:t>）进程：进程是一个动作流；能够与其他进	程并发执行。</a:t>
            </a:r>
            <a:endParaRPr lang="zh-CN" altLang="en-US" sz="2800" b="1" dirty="0">
              <a:latin typeface="宋体" panose="02010600030101010101" pitchFamily="2" charset="-122"/>
            </a:endParaRPr>
          </a:p>
          <a:p>
            <a:pPr>
              <a:buFontTx/>
              <a:buNone/>
            </a:pPr>
            <a:r>
              <a:rPr lang="zh-CN" altLang="en-US" sz="2800" b="1" dirty="0">
                <a:latin typeface="宋体" panose="02010600030101010101" pitchFamily="2" charset="-122"/>
              </a:rPr>
              <a:t>（</a:t>
            </a:r>
            <a:r>
              <a:rPr lang="en-US" altLang="zh-CN" sz="2800" b="1" dirty="0">
                <a:latin typeface="宋体" panose="02010600030101010101" pitchFamily="2" charset="-122"/>
              </a:rPr>
              <a:t>2</a:t>
            </a:r>
            <a:r>
              <a:rPr lang="zh-CN" altLang="en-US" sz="2800" b="1" dirty="0">
                <a:latin typeface="宋体" panose="02010600030101010101" pitchFamily="2" charset="-122"/>
              </a:rPr>
              <a:t>）线程：线程是进程内部的一个动作流；能	够与其他线程并发执行。</a:t>
            </a:r>
            <a:endParaRPr lang="zh-CN" altLang="en-US" sz="2800" b="1" dirty="0">
              <a:latin typeface="宋体" panose="02010600030101010101" pitchFamily="2" charset="-122"/>
            </a:endParaRPr>
          </a:p>
          <a:p>
            <a:pPr>
              <a:buFontTx/>
              <a:buNone/>
            </a:pPr>
            <a:r>
              <a:rPr lang="zh-CN" altLang="en-US" sz="2800" b="1" dirty="0">
                <a:latin typeface="宋体" panose="02010600030101010101" pitchFamily="2" charset="-122"/>
              </a:rPr>
              <a:t>（</a:t>
            </a:r>
            <a:r>
              <a:rPr lang="en-US" altLang="zh-CN" sz="2800" b="1" dirty="0">
                <a:latin typeface="宋体" panose="02010600030101010101" pitchFamily="2" charset="-122"/>
              </a:rPr>
              <a:t>3</a:t>
            </a:r>
            <a:r>
              <a:rPr lang="zh-CN" altLang="en-US" sz="2800" b="1" dirty="0">
                <a:latin typeface="宋体" panose="02010600030101010101" pitchFamily="2" charset="-122"/>
              </a:rPr>
              <a:t>）主动对象：一个拥有进程或线程的对象。</a:t>
            </a:r>
            <a:endParaRPr lang="zh-CN" altLang="en-US" sz="2800" b="1" dirty="0">
              <a:latin typeface="宋体" panose="02010600030101010101" pitchFamily="2" charset="-122"/>
            </a:endParaRPr>
          </a:p>
          <a:p>
            <a:pPr>
              <a:buFontTx/>
              <a:buNone/>
            </a:pPr>
            <a:r>
              <a:rPr lang="zh-CN" altLang="en-US" sz="2800" b="1" dirty="0">
                <a:latin typeface="宋体" panose="02010600030101010101" pitchFamily="2" charset="-122"/>
              </a:rPr>
              <a:t>（</a:t>
            </a:r>
            <a:r>
              <a:rPr lang="en-US" altLang="zh-CN" sz="2800" b="1" dirty="0">
                <a:latin typeface="宋体" panose="02010600030101010101" pitchFamily="2" charset="-122"/>
              </a:rPr>
              <a:t>4</a:t>
            </a:r>
            <a:r>
              <a:rPr lang="zh-CN" altLang="en-US" sz="2800" b="1" dirty="0">
                <a:latin typeface="宋体" panose="02010600030101010101" pitchFamily="2" charset="-122"/>
              </a:rPr>
              <a:t>）被动对象：必须由其它对象发来的消息进	行触发，才执行动作的对象。</a:t>
            </a:r>
            <a:endParaRPr lang="zh-CN" altLang="en-US" sz="2800" b="1" dirty="0">
              <a:latin typeface="宋体" panose="02010600030101010101" pitchFamily="2" charset="-122"/>
            </a:endParaRPr>
          </a:p>
          <a:p>
            <a:pPr>
              <a:buFontTx/>
              <a:buNone/>
            </a:pPr>
            <a:r>
              <a:rPr lang="zh-CN" altLang="en-US" sz="2800" b="1" dirty="0">
                <a:latin typeface="宋体" panose="02010600030101010101" pitchFamily="2" charset="-122"/>
              </a:rPr>
              <a:t>（</a:t>
            </a:r>
            <a:r>
              <a:rPr lang="en-US" altLang="zh-CN" sz="2800" b="1" dirty="0">
                <a:latin typeface="宋体" panose="02010600030101010101" pitchFamily="2" charset="-122"/>
              </a:rPr>
              <a:t>5</a:t>
            </a:r>
            <a:r>
              <a:rPr lang="zh-CN" altLang="en-US" sz="2800" b="1" dirty="0">
                <a:latin typeface="宋体" panose="02010600030101010101" pitchFamily="2" charset="-122"/>
              </a:rPr>
              <a:t>）主动对象类：主动对象类是主动对象的抽	象。</a:t>
            </a:r>
            <a:endParaRPr lang="zh-CN" altLang="en-US" sz="2800" b="1" dirty="0">
              <a:latin typeface="宋体" panose="02010600030101010101" pitchFamily="2" charset="-122"/>
            </a:endParaRPr>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8" name="日期占位符 3"/>
          <p:cNvSpPr txBox="1">
            <a:spLocks noGrp="1"/>
          </p:cNvSpPr>
          <p:nvPr>
            <p:ph type="dt" sz="half"/>
          </p:nvPr>
        </p:nvSpPr>
        <p:spPr>
          <a:xfrm>
            <a:off x="7162800" y="6381750"/>
            <a:ext cx="1981200" cy="476250"/>
          </a:xfrm>
          <a:prstGeom prst="rect">
            <a:avLst/>
          </a:prstGeom>
          <a:noFill/>
          <a:ln w="9525">
            <a:noFill/>
          </a:ln>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fld id="{BB962C8B-B14F-4D97-AF65-F5344CB8AC3E}" type="datetime1">
              <a:rPr lang="zh-CN" altLang="en-US" sz="1200" dirty="0"/>
            </a:fld>
            <a:endParaRPr lang="zh-CN" altLang="en-US" sz="1200" dirty="0"/>
          </a:p>
        </p:txBody>
      </p:sp>
      <p:sp>
        <p:nvSpPr>
          <p:cNvPr id="39939" name="灯片编号占位符 5"/>
          <p:cNvSpPr txBox="1">
            <a:spLocks noGrp="1"/>
          </p:cNvSpPr>
          <p:nvPr>
            <p:ph type="sldNum" sz="quarter" idx="10"/>
          </p:nvPr>
        </p:nvSpPr>
        <p:spPr>
          <a:xfrm>
            <a:off x="6580188" y="6313488"/>
            <a:ext cx="1905000" cy="457200"/>
          </a:xfrm>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fld id="{9A0DB2DC-4C9A-4742-B13C-FB6460FD3503}" type="slidenum">
              <a:rPr lang="zh-CN" altLang="en-US" sz="1200" dirty="0"/>
            </a:fld>
            <a:endParaRPr lang="zh-CN" altLang="en-US" sz="1200" dirty="0"/>
          </a:p>
        </p:txBody>
      </p:sp>
      <p:sp>
        <p:nvSpPr>
          <p:cNvPr id="39940" name="Rectangle 2"/>
          <p:cNvSpPr>
            <a:spLocks noGrp="1"/>
          </p:cNvSpPr>
          <p:nvPr>
            <p:ph type="title"/>
          </p:nvPr>
        </p:nvSpPr>
        <p:spPr>
          <a:xfrm>
            <a:off x="323850" y="0"/>
            <a:ext cx="7772400" cy="1190625"/>
          </a:xfrm>
        </p:spPr>
        <p:txBody>
          <a:bodyPr vert="horz" wrap="square" lIns="91440" tIns="45720" rIns="91440" bIns="45720" anchor="b" anchorCtr="0"/>
          <a:p>
            <a:r>
              <a:rPr lang="en-US" altLang="zh-CN" sz="3600" dirty="0">
                <a:solidFill>
                  <a:schemeClr val="tx1"/>
                </a:solidFill>
                <a:latin typeface="宋体" panose="02010600030101010101" pitchFamily="2" charset="-122"/>
              </a:rPr>
              <a:t>6.6 </a:t>
            </a:r>
            <a:r>
              <a:rPr lang="en-US" altLang="zh-CN" dirty="0"/>
              <a:t> </a:t>
            </a:r>
            <a:r>
              <a:rPr lang="zh-CN" altLang="en-US" sz="3600" dirty="0">
                <a:solidFill>
                  <a:schemeClr val="tx1"/>
                </a:solidFill>
                <a:latin typeface="宋体" panose="02010600030101010101" pitchFamily="2" charset="-122"/>
              </a:rPr>
              <a:t>动态交互模型建模案例</a:t>
            </a:r>
            <a:br>
              <a:rPr lang="zh-CN" altLang="en-US" sz="3600" dirty="0">
                <a:solidFill>
                  <a:schemeClr val="tx1"/>
                </a:solidFill>
                <a:latin typeface="宋体" panose="02010600030101010101" pitchFamily="2" charset="-122"/>
              </a:rPr>
            </a:br>
            <a:r>
              <a:rPr lang="zh-CN" altLang="en-US" sz="3600" dirty="0">
                <a:solidFill>
                  <a:schemeClr val="tx1"/>
                </a:solidFill>
                <a:latin typeface="宋体" panose="02010600030101010101" pitchFamily="2" charset="-122"/>
              </a:rPr>
              <a:t>			</a:t>
            </a:r>
            <a:r>
              <a:rPr lang="en-US" altLang="zh-CN" sz="2800" dirty="0">
                <a:solidFill>
                  <a:schemeClr val="tx1"/>
                </a:solidFill>
                <a:latin typeface="Times New Roman" panose="02020603050405020304" pitchFamily="18" charset="0"/>
              </a:rPr>
              <a:t>——“</a:t>
            </a:r>
            <a:r>
              <a:rPr lang="zh-CN" altLang="en-US" sz="2800" dirty="0">
                <a:solidFill>
                  <a:schemeClr val="tx1"/>
                </a:solidFill>
                <a:latin typeface="宋体" panose="02010600030101010101" pitchFamily="2" charset="-122"/>
              </a:rPr>
              <a:t>销售合同管理</a:t>
            </a:r>
            <a:r>
              <a:rPr lang="zh-CN" altLang="en-US" sz="2800" dirty="0">
                <a:solidFill>
                  <a:schemeClr val="tx1"/>
                </a:solidFill>
                <a:latin typeface="Times New Roman" panose="02020603050405020304" pitchFamily="18" charset="0"/>
              </a:rPr>
              <a:t>”</a:t>
            </a:r>
            <a:r>
              <a:rPr lang="zh-CN" altLang="en-US" sz="2800" dirty="0">
                <a:solidFill>
                  <a:schemeClr val="tx1"/>
                </a:solidFill>
                <a:latin typeface="宋体" panose="02010600030101010101" pitchFamily="2" charset="-122"/>
              </a:rPr>
              <a:t>子系统</a:t>
            </a:r>
            <a:endParaRPr lang="zh-CN" altLang="en-US" sz="2800" dirty="0">
              <a:solidFill>
                <a:schemeClr val="tx1"/>
              </a:solidFill>
              <a:latin typeface="宋体" panose="02010600030101010101" pitchFamily="2" charset="-122"/>
            </a:endParaRPr>
          </a:p>
        </p:txBody>
      </p:sp>
      <p:sp>
        <p:nvSpPr>
          <p:cNvPr id="39941" name="Rectangle 3"/>
          <p:cNvSpPr>
            <a:spLocks noGrp="1"/>
          </p:cNvSpPr>
          <p:nvPr>
            <p:ph idx="1"/>
          </p:nvPr>
        </p:nvSpPr>
        <p:spPr>
          <a:xfrm>
            <a:off x="323850" y="1125538"/>
            <a:ext cx="8496300" cy="4114800"/>
          </a:xfrm>
        </p:spPr>
        <p:txBody>
          <a:bodyPr vert="horz" wrap="square" lIns="91440" tIns="45720" rIns="91440" bIns="45720" anchor="t" anchorCtr="0"/>
          <a:p>
            <a:pPr>
              <a:buFontTx/>
              <a:buNone/>
            </a:pPr>
            <a:r>
              <a:rPr lang="en-US" altLang="zh-CN" sz="3200" b="1" dirty="0">
                <a:latin typeface="宋体" panose="02010600030101010101" pitchFamily="2" charset="-122"/>
              </a:rPr>
              <a:t>6.6.1  </a:t>
            </a:r>
            <a:r>
              <a:rPr lang="zh-CN" altLang="en-US" sz="3200" b="1" dirty="0">
                <a:latin typeface="宋体" panose="02010600030101010101" pitchFamily="2" charset="-122"/>
              </a:rPr>
              <a:t>子系统的用例模型和对象静态模型</a:t>
            </a:r>
            <a:endParaRPr lang="zh-CN" altLang="en-US" sz="3200" b="1" dirty="0">
              <a:latin typeface="宋体" panose="02010600030101010101" pitchFamily="2" charset="-122"/>
            </a:endParaRPr>
          </a:p>
        </p:txBody>
      </p:sp>
      <p:pic>
        <p:nvPicPr>
          <p:cNvPr id="39942" name="Picture 5"/>
          <p:cNvPicPr>
            <a:picLocks noChangeAspect="1"/>
          </p:cNvPicPr>
          <p:nvPr/>
        </p:nvPicPr>
        <p:blipFill>
          <a:blip r:embed="rId1"/>
          <a:srcRect l="16269" t="38852" r="24260" b="22020"/>
          <a:stretch>
            <a:fillRect/>
          </a:stretch>
        </p:blipFill>
        <p:spPr>
          <a:xfrm>
            <a:off x="468313" y="2060575"/>
            <a:ext cx="8497887" cy="4321175"/>
          </a:xfrm>
          <a:prstGeom prst="rect">
            <a:avLst/>
          </a:prstGeom>
          <a:noFill/>
          <a:ln w="9525">
            <a:noFill/>
          </a:ln>
        </p:spPr>
      </p:pic>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2" name="日期占位符 3"/>
          <p:cNvSpPr txBox="1">
            <a:spLocks noGrp="1"/>
          </p:cNvSpPr>
          <p:nvPr>
            <p:ph type="dt" sz="half"/>
          </p:nvPr>
        </p:nvSpPr>
        <p:spPr>
          <a:xfrm>
            <a:off x="7162800" y="6381750"/>
            <a:ext cx="1981200" cy="476250"/>
          </a:xfrm>
          <a:prstGeom prst="rect">
            <a:avLst/>
          </a:prstGeom>
          <a:noFill/>
          <a:ln w="9525">
            <a:noFill/>
          </a:ln>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fld id="{BB962C8B-B14F-4D97-AF65-F5344CB8AC3E}" type="datetime1">
              <a:rPr lang="zh-CN" altLang="en-US" sz="1200" dirty="0"/>
            </a:fld>
            <a:endParaRPr lang="zh-CN" altLang="en-US" sz="1200" dirty="0"/>
          </a:p>
        </p:txBody>
      </p:sp>
      <p:sp>
        <p:nvSpPr>
          <p:cNvPr id="40963" name="灯片编号占位符 5"/>
          <p:cNvSpPr txBox="1">
            <a:spLocks noGrp="1"/>
          </p:cNvSpPr>
          <p:nvPr>
            <p:ph type="sldNum" sz="quarter" idx="10"/>
          </p:nvPr>
        </p:nvSpPr>
        <p:spPr>
          <a:xfrm>
            <a:off x="6580188" y="6313488"/>
            <a:ext cx="1905000" cy="457200"/>
          </a:xfrm>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fld id="{9A0DB2DC-4C9A-4742-B13C-FB6460FD3503}" type="slidenum">
              <a:rPr lang="zh-CN" altLang="en-US" sz="1200" dirty="0"/>
            </a:fld>
            <a:endParaRPr lang="zh-CN" altLang="en-US" sz="1200" dirty="0"/>
          </a:p>
        </p:txBody>
      </p:sp>
      <p:sp>
        <p:nvSpPr>
          <p:cNvPr id="40964" name="Rectangle 2"/>
          <p:cNvSpPr>
            <a:spLocks noGrp="1"/>
          </p:cNvSpPr>
          <p:nvPr>
            <p:ph type="title"/>
          </p:nvPr>
        </p:nvSpPr>
        <p:spPr>
          <a:xfrm>
            <a:off x="684213" y="549275"/>
            <a:ext cx="7772400" cy="579438"/>
          </a:xfrm>
        </p:spPr>
        <p:txBody>
          <a:bodyPr vert="horz" wrap="square" lIns="91440" tIns="45720" rIns="91440" bIns="45720" anchor="b" anchorCtr="0"/>
          <a:p>
            <a:r>
              <a:rPr lang="en-US" altLang="zh-CN" dirty="0">
                <a:solidFill>
                  <a:schemeClr val="tx1"/>
                </a:solidFill>
                <a:latin typeface="宋体" panose="02010600030101010101" pitchFamily="2" charset="-122"/>
              </a:rPr>
              <a:t>6.6.2  </a:t>
            </a:r>
            <a:r>
              <a:rPr lang="zh-CN" altLang="en-US" dirty="0">
                <a:solidFill>
                  <a:schemeClr val="tx1"/>
                </a:solidFill>
                <a:latin typeface="宋体" panose="02010600030101010101" pitchFamily="2" charset="-122"/>
              </a:rPr>
              <a:t>顺序图建模步骤</a:t>
            </a:r>
            <a:endParaRPr lang="en-US" altLang="zh-CN" sz="2800" dirty="0">
              <a:solidFill>
                <a:schemeClr val="tx1"/>
              </a:solidFill>
              <a:latin typeface="宋体" panose="02010600030101010101" pitchFamily="2" charset="-122"/>
            </a:endParaRPr>
          </a:p>
        </p:txBody>
      </p:sp>
      <p:sp>
        <p:nvSpPr>
          <p:cNvPr id="40965" name="Rectangle 3"/>
          <p:cNvSpPr>
            <a:spLocks noGrp="1"/>
          </p:cNvSpPr>
          <p:nvPr>
            <p:ph idx="1"/>
          </p:nvPr>
        </p:nvSpPr>
        <p:spPr>
          <a:xfrm>
            <a:off x="250825" y="1700213"/>
            <a:ext cx="7772400" cy="4824412"/>
          </a:xfrm>
        </p:spPr>
        <p:txBody>
          <a:bodyPr vert="horz" wrap="square" lIns="91440" tIns="45720" rIns="91440" bIns="45720" anchor="t" anchorCtr="0"/>
          <a:p>
            <a:pPr>
              <a:buFontTx/>
              <a:buNone/>
            </a:pPr>
            <a:r>
              <a:rPr lang="en-US" altLang="zh-CN" sz="3200" b="1" dirty="0">
                <a:latin typeface="宋体" panose="02010600030101010101" pitchFamily="2" charset="-122"/>
              </a:rPr>
              <a:t>1.</a:t>
            </a:r>
            <a:r>
              <a:rPr lang="zh-CN" altLang="en-US" sz="3200" b="1" dirty="0">
                <a:latin typeface="宋体" panose="02010600030101010101" pitchFamily="2" charset="-122"/>
              </a:rPr>
              <a:t>确定交互和涉及的对象</a:t>
            </a:r>
            <a:endParaRPr lang="zh-CN" altLang="en-US" sz="3200" b="1" dirty="0"/>
          </a:p>
          <a:p>
            <a:pPr lvl="1">
              <a:buNone/>
            </a:pPr>
            <a:r>
              <a:rPr lang="zh-CN" altLang="en-US" sz="2800" b="1" dirty="0">
                <a:latin typeface="宋体" panose="02010600030101010101" pitchFamily="2" charset="-122"/>
              </a:rPr>
              <a:t>（</a:t>
            </a:r>
            <a:r>
              <a:rPr lang="en-US" altLang="zh-CN" sz="2800" b="1" dirty="0">
                <a:latin typeface="宋体" panose="02010600030101010101" pitchFamily="2" charset="-122"/>
              </a:rPr>
              <a:t>1</a:t>
            </a:r>
            <a:r>
              <a:rPr lang="zh-CN" altLang="en-US" sz="2800" b="1" dirty="0">
                <a:latin typeface="宋体" panose="02010600030101010101" pitchFamily="2" charset="-122"/>
              </a:rPr>
              <a:t>）启动系统</a:t>
            </a:r>
            <a:endParaRPr lang="zh-CN" altLang="en-US" sz="2800" b="1" dirty="0">
              <a:latin typeface="宋体" panose="02010600030101010101" pitchFamily="2" charset="-122"/>
            </a:endParaRPr>
          </a:p>
          <a:p>
            <a:pPr lvl="1">
              <a:buNone/>
            </a:pPr>
            <a:r>
              <a:rPr lang="zh-CN" altLang="en-US" sz="2800" b="1" dirty="0">
                <a:latin typeface="宋体" panose="02010600030101010101" pitchFamily="2" charset="-122"/>
              </a:rPr>
              <a:t>（</a:t>
            </a:r>
            <a:r>
              <a:rPr lang="en-US" altLang="zh-CN" sz="2800" b="1" dirty="0">
                <a:latin typeface="宋体" panose="02010600030101010101" pitchFamily="2" charset="-122"/>
              </a:rPr>
              <a:t>2</a:t>
            </a:r>
            <a:r>
              <a:rPr lang="zh-CN" altLang="en-US" sz="2800" b="1" dirty="0">
                <a:latin typeface="宋体" panose="02010600030101010101" pitchFamily="2" charset="-122"/>
              </a:rPr>
              <a:t>）循环处理付款单</a:t>
            </a:r>
            <a:endParaRPr lang="zh-CN" altLang="en-US" sz="2800" b="1" dirty="0">
              <a:latin typeface="宋体" panose="02010600030101010101" pitchFamily="2" charset="-122"/>
            </a:endParaRPr>
          </a:p>
          <a:p>
            <a:pPr lvl="1">
              <a:buNone/>
            </a:pPr>
            <a:r>
              <a:rPr lang="zh-CN" altLang="en-US" sz="2800" b="1" dirty="0">
                <a:latin typeface="宋体" panose="02010600030101010101" pitchFamily="2" charset="-122"/>
              </a:rPr>
              <a:t>（</a:t>
            </a:r>
            <a:r>
              <a:rPr lang="en-US" altLang="zh-CN" sz="2800" b="1" dirty="0">
                <a:latin typeface="宋体" panose="02010600030101010101" pitchFamily="2" charset="-122"/>
              </a:rPr>
              <a:t>3</a:t>
            </a:r>
            <a:r>
              <a:rPr lang="zh-CN" altLang="en-US" sz="2800" b="1" dirty="0">
                <a:latin typeface="宋体" panose="02010600030101010101" pitchFamily="2" charset="-122"/>
              </a:rPr>
              <a:t>）核对销售合同</a:t>
            </a:r>
            <a:endParaRPr lang="zh-CN" altLang="en-US" sz="2800" b="1" dirty="0">
              <a:latin typeface="宋体" panose="02010600030101010101" pitchFamily="2" charset="-122"/>
            </a:endParaRPr>
          </a:p>
          <a:p>
            <a:pPr lvl="1">
              <a:buNone/>
            </a:pPr>
            <a:r>
              <a:rPr lang="zh-CN" altLang="en-US" sz="2800" b="1" dirty="0">
                <a:latin typeface="宋体" panose="02010600030101010101" pitchFamily="2" charset="-122"/>
              </a:rPr>
              <a:t>（</a:t>
            </a:r>
            <a:r>
              <a:rPr lang="en-US" altLang="zh-CN" sz="2800" b="1" dirty="0">
                <a:latin typeface="宋体" panose="02010600030101010101" pitchFamily="2" charset="-122"/>
              </a:rPr>
              <a:t>4</a:t>
            </a:r>
            <a:r>
              <a:rPr lang="zh-CN" altLang="en-US" sz="2800" b="1" dirty="0">
                <a:latin typeface="宋体" panose="02010600030101010101" pitchFamily="2" charset="-122"/>
              </a:rPr>
              <a:t>）核对合同的销售货物清单</a:t>
            </a:r>
            <a:endParaRPr lang="zh-CN" altLang="en-US" sz="2800" b="1" dirty="0">
              <a:latin typeface="宋体" panose="02010600030101010101" pitchFamily="2" charset="-122"/>
            </a:endParaRPr>
          </a:p>
          <a:p>
            <a:pPr lvl="1">
              <a:buNone/>
            </a:pPr>
            <a:r>
              <a:rPr lang="zh-CN" altLang="en-US" sz="2800" b="1" dirty="0">
                <a:latin typeface="宋体" panose="02010600030101010101" pitchFamily="2" charset="-122"/>
              </a:rPr>
              <a:t>（</a:t>
            </a:r>
            <a:r>
              <a:rPr lang="en-US" altLang="zh-CN" sz="2800" b="1" dirty="0">
                <a:latin typeface="宋体" panose="02010600030101010101" pitchFamily="2" charset="-122"/>
              </a:rPr>
              <a:t>5</a:t>
            </a:r>
            <a:r>
              <a:rPr lang="zh-CN" altLang="en-US" sz="2800" b="1" dirty="0">
                <a:latin typeface="宋体" panose="02010600030101010101" pitchFamily="2" charset="-122"/>
              </a:rPr>
              <a:t>）核对库房货物清单</a:t>
            </a:r>
            <a:endParaRPr lang="zh-CN" altLang="en-US" sz="2800" b="1" dirty="0">
              <a:latin typeface="宋体" panose="02010600030101010101" pitchFamily="2" charset="-122"/>
            </a:endParaRPr>
          </a:p>
          <a:p>
            <a:pPr lvl="1">
              <a:buNone/>
            </a:pPr>
            <a:r>
              <a:rPr lang="zh-CN" altLang="en-US" sz="2800" b="1" dirty="0">
                <a:latin typeface="宋体" panose="02010600030101010101" pitchFamily="2" charset="-122"/>
              </a:rPr>
              <a:t>（</a:t>
            </a:r>
            <a:r>
              <a:rPr lang="en-US" altLang="zh-CN" sz="2800" b="1" dirty="0">
                <a:latin typeface="宋体" panose="02010600030101010101" pitchFamily="2" charset="-122"/>
              </a:rPr>
              <a:t>6</a:t>
            </a:r>
            <a:r>
              <a:rPr lang="zh-CN" altLang="en-US" sz="2800" b="1" dirty="0">
                <a:latin typeface="宋体" panose="02010600030101010101" pitchFamily="2" charset="-122"/>
              </a:rPr>
              <a:t>）核查预警量</a:t>
            </a:r>
            <a:endParaRPr lang="zh-CN" altLang="en-US" sz="2800" b="1" dirty="0">
              <a:latin typeface="宋体" panose="02010600030101010101" pitchFamily="2" charset="-122"/>
            </a:endParaRPr>
          </a:p>
          <a:p>
            <a:pPr lvl="1">
              <a:buNone/>
            </a:pPr>
            <a:r>
              <a:rPr lang="zh-CN" altLang="en-US" sz="2800" b="1" dirty="0">
                <a:latin typeface="宋体" panose="02010600030101010101" pitchFamily="2" charset="-122"/>
              </a:rPr>
              <a:t>（</a:t>
            </a:r>
            <a:r>
              <a:rPr lang="en-US" altLang="zh-CN" sz="2800" b="1" dirty="0">
                <a:latin typeface="宋体" panose="02010600030101010101" pitchFamily="2" charset="-122"/>
              </a:rPr>
              <a:t>7</a:t>
            </a:r>
            <a:r>
              <a:rPr lang="zh-CN" altLang="en-US" sz="2800" b="1" dirty="0">
                <a:latin typeface="宋体" panose="02010600030101010101" pitchFamily="2" charset="-122"/>
              </a:rPr>
              <a:t>）打印库存预警清单</a:t>
            </a:r>
            <a:endParaRPr lang="zh-CN" altLang="en-US" sz="2800" b="1" dirty="0">
              <a:latin typeface="宋体" panose="02010600030101010101" pitchFamily="2" charset="-122"/>
            </a:endParaRPr>
          </a:p>
          <a:p>
            <a:pPr lvl="1">
              <a:buNone/>
            </a:pPr>
            <a:r>
              <a:rPr lang="zh-CN" altLang="en-US" sz="2800" b="1" dirty="0">
                <a:latin typeface="宋体" panose="02010600030101010101" pitchFamily="2" charset="-122"/>
              </a:rPr>
              <a:t>（</a:t>
            </a:r>
            <a:r>
              <a:rPr lang="en-US" altLang="zh-CN" sz="2800" b="1" dirty="0">
                <a:latin typeface="宋体" panose="02010600030101010101" pitchFamily="2" charset="-122"/>
              </a:rPr>
              <a:t>8</a:t>
            </a:r>
            <a:r>
              <a:rPr lang="zh-CN" altLang="en-US" sz="2800" b="1" dirty="0">
                <a:latin typeface="宋体" panose="02010600030101010101" pitchFamily="2" charset="-122"/>
              </a:rPr>
              <a:t>）打印出库单</a:t>
            </a:r>
            <a:endParaRPr lang="zh-CN" altLang="en-US" sz="2800" b="1" dirty="0">
              <a:latin typeface="宋体" panose="02010600030101010101" pitchFamily="2" charset="-122"/>
            </a:endParaRPr>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6" name="日期占位符 3"/>
          <p:cNvSpPr txBox="1">
            <a:spLocks noGrp="1"/>
          </p:cNvSpPr>
          <p:nvPr>
            <p:ph type="dt" sz="half"/>
          </p:nvPr>
        </p:nvSpPr>
        <p:spPr>
          <a:xfrm>
            <a:off x="7162800" y="6381750"/>
            <a:ext cx="1981200" cy="476250"/>
          </a:xfrm>
          <a:prstGeom prst="rect">
            <a:avLst/>
          </a:prstGeom>
          <a:noFill/>
          <a:ln w="9525">
            <a:noFill/>
          </a:ln>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fld id="{BB962C8B-B14F-4D97-AF65-F5344CB8AC3E}" type="datetime1">
              <a:rPr lang="zh-CN" altLang="en-US" sz="1200" dirty="0"/>
            </a:fld>
            <a:endParaRPr lang="zh-CN" altLang="en-US" sz="1200" dirty="0"/>
          </a:p>
        </p:txBody>
      </p:sp>
      <p:sp>
        <p:nvSpPr>
          <p:cNvPr id="41987" name="页脚占位符 4"/>
          <p:cNvSpPr txBox="1">
            <a:spLocks noGrp="1"/>
          </p:cNvSpPr>
          <p:nvPr>
            <p:ph type="ftr" sz="quarter"/>
          </p:nvPr>
        </p:nvSpPr>
        <p:spPr>
          <a:xfrm>
            <a:off x="3151188" y="6313488"/>
            <a:ext cx="2895600" cy="457200"/>
          </a:xfrm>
          <a:prstGeom prst="rect">
            <a:avLst/>
          </a:prstGeom>
          <a:noFill/>
          <a:ln w="9525">
            <a:noFill/>
          </a:ln>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eaLnBrk="1" hangingPunct="1"/>
            <a:r>
              <a:rPr lang="zh-CN" altLang="en-US" dirty="0"/>
              <a:t>UML系统建模与分析设计</a:t>
            </a:r>
            <a:endParaRPr lang="zh-CN" altLang="zh-CN" dirty="0"/>
          </a:p>
        </p:txBody>
      </p:sp>
      <p:sp>
        <p:nvSpPr>
          <p:cNvPr id="41988" name="灯片编号占位符 5"/>
          <p:cNvSpPr txBox="1">
            <a:spLocks noGrp="1"/>
          </p:cNvSpPr>
          <p:nvPr>
            <p:ph type="sldNum" sz="quarter" idx="10"/>
          </p:nvPr>
        </p:nvSpPr>
        <p:spPr>
          <a:xfrm>
            <a:off x="6580188" y="6313488"/>
            <a:ext cx="1905000" cy="457200"/>
          </a:xfrm>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fld id="{9A0DB2DC-4C9A-4742-B13C-FB6460FD3503}" type="slidenum">
              <a:rPr lang="zh-CN" altLang="en-US" sz="1200" dirty="0"/>
            </a:fld>
            <a:endParaRPr lang="zh-CN" altLang="en-US" sz="1200" dirty="0"/>
          </a:p>
        </p:txBody>
      </p:sp>
      <p:sp>
        <p:nvSpPr>
          <p:cNvPr id="41989" name="Rectangle 2"/>
          <p:cNvSpPr>
            <a:spLocks noGrp="1"/>
          </p:cNvSpPr>
          <p:nvPr>
            <p:ph type="title"/>
          </p:nvPr>
        </p:nvSpPr>
        <p:spPr>
          <a:xfrm>
            <a:off x="611188" y="549275"/>
            <a:ext cx="7772400" cy="579438"/>
          </a:xfrm>
        </p:spPr>
        <p:txBody>
          <a:bodyPr vert="horz" wrap="square" lIns="91440" tIns="45720" rIns="91440" bIns="45720" anchor="b" anchorCtr="0"/>
          <a:p>
            <a:r>
              <a:rPr lang="en-US" altLang="zh-CN" dirty="0">
                <a:solidFill>
                  <a:schemeClr val="tx1"/>
                </a:solidFill>
                <a:latin typeface="宋体" panose="02010600030101010101" pitchFamily="2" charset="-122"/>
              </a:rPr>
              <a:t>6.6.2  </a:t>
            </a:r>
            <a:r>
              <a:rPr lang="zh-CN" altLang="en-US" dirty="0">
                <a:solidFill>
                  <a:schemeClr val="tx1"/>
                </a:solidFill>
                <a:latin typeface="宋体" panose="02010600030101010101" pitchFamily="2" charset="-122"/>
              </a:rPr>
              <a:t>顺序图建模步骤 （</a:t>
            </a:r>
            <a:r>
              <a:rPr lang="en-US" altLang="zh-CN" dirty="0">
                <a:solidFill>
                  <a:schemeClr val="tx1"/>
                </a:solidFill>
                <a:latin typeface="宋体" panose="02010600030101010101" pitchFamily="2" charset="-122"/>
              </a:rPr>
              <a:t>con.</a:t>
            </a:r>
            <a:r>
              <a:rPr lang="zh-CN" altLang="en-US" dirty="0">
                <a:solidFill>
                  <a:schemeClr val="tx1"/>
                </a:solidFill>
                <a:latin typeface="宋体" panose="02010600030101010101" pitchFamily="2" charset="-122"/>
              </a:rPr>
              <a:t>）</a:t>
            </a:r>
            <a:endParaRPr lang="zh-CN" altLang="en-US" dirty="0">
              <a:solidFill>
                <a:schemeClr val="tx1"/>
              </a:solidFill>
              <a:latin typeface="宋体" panose="02010600030101010101" pitchFamily="2" charset="-122"/>
            </a:endParaRPr>
          </a:p>
        </p:txBody>
      </p:sp>
      <p:sp>
        <p:nvSpPr>
          <p:cNvPr id="41990" name="Rectangle 3"/>
          <p:cNvSpPr>
            <a:spLocks noGrp="1"/>
          </p:cNvSpPr>
          <p:nvPr>
            <p:ph idx="1"/>
          </p:nvPr>
        </p:nvSpPr>
        <p:spPr>
          <a:xfrm>
            <a:off x="107950" y="1628775"/>
            <a:ext cx="7772400" cy="4608513"/>
          </a:xfrm>
        </p:spPr>
        <p:txBody>
          <a:bodyPr vert="horz" wrap="square" lIns="91440" tIns="45720" rIns="91440" bIns="45720" anchor="t" anchorCtr="0"/>
          <a:p>
            <a:pPr>
              <a:buFontTx/>
              <a:buNone/>
            </a:pPr>
            <a:r>
              <a:rPr lang="en-US" altLang="zh-CN" sz="3200" b="1" dirty="0">
                <a:latin typeface="宋体" panose="02010600030101010101" pitchFamily="2" charset="-122"/>
              </a:rPr>
              <a:t>2</a:t>
            </a:r>
            <a:r>
              <a:rPr lang="zh-CN" altLang="en-US" sz="3200" b="1" dirty="0">
                <a:latin typeface="宋体" panose="02010600030101010101" pitchFamily="2" charset="-122"/>
              </a:rPr>
              <a:t>．顺序图中对象排列的原则</a:t>
            </a:r>
            <a:endParaRPr lang="zh-CN" altLang="en-US" sz="3200" b="1" dirty="0">
              <a:latin typeface="宋体" panose="02010600030101010101" pitchFamily="2" charset="-122"/>
            </a:endParaRPr>
          </a:p>
          <a:p>
            <a:pPr lvl="1">
              <a:buNone/>
            </a:pPr>
            <a:r>
              <a:rPr lang="zh-CN" altLang="en-US" sz="2800" b="1" dirty="0">
                <a:latin typeface="宋体" panose="02010600030101010101" pitchFamily="2" charset="-122"/>
              </a:rPr>
              <a:t>（</a:t>
            </a:r>
            <a:r>
              <a:rPr lang="en-US" altLang="zh-CN" sz="2800" b="1" dirty="0">
                <a:latin typeface="宋体" panose="02010600030101010101" pitchFamily="2" charset="-122"/>
              </a:rPr>
              <a:t>1</a:t>
            </a:r>
            <a:r>
              <a:rPr lang="zh-CN" altLang="en-US" sz="2800" b="1" dirty="0">
                <a:latin typeface="宋体" panose="02010600030101010101" pitchFamily="2" charset="-122"/>
              </a:rPr>
              <a:t>）对象横向排列在顺序图的顶部；</a:t>
            </a:r>
            <a:endParaRPr lang="zh-CN" altLang="en-US" sz="2800" b="1" dirty="0">
              <a:latin typeface="宋体" panose="02010600030101010101" pitchFamily="2" charset="-122"/>
            </a:endParaRPr>
          </a:p>
          <a:p>
            <a:pPr lvl="1">
              <a:buNone/>
            </a:pPr>
            <a:r>
              <a:rPr lang="zh-CN" altLang="en-US" sz="2800" b="1" dirty="0">
                <a:latin typeface="宋体" panose="02010600030101010101" pitchFamily="2" charset="-122"/>
              </a:rPr>
              <a:t>（</a:t>
            </a:r>
            <a:r>
              <a:rPr lang="en-US" altLang="zh-CN" sz="2800" b="1" dirty="0">
                <a:latin typeface="宋体" panose="02010600030101010101" pitchFamily="2" charset="-122"/>
              </a:rPr>
              <a:t>2</a:t>
            </a:r>
            <a:r>
              <a:rPr lang="zh-CN" altLang="en-US" sz="2800" b="1" dirty="0">
                <a:latin typeface="宋体" panose="02010600030101010101" pitchFamily="2" charset="-122"/>
              </a:rPr>
              <a:t>）最重要的对象在最左边（如对全局进行	   初始的对象）；</a:t>
            </a:r>
            <a:endParaRPr lang="zh-CN" altLang="en-US" sz="2800" b="1" dirty="0">
              <a:latin typeface="宋体" panose="02010600030101010101" pitchFamily="2" charset="-122"/>
            </a:endParaRPr>
          </a:p>
          <a:p>
            <a:pPr lvl="1">
              <a:buNone/>
            </a:pPr>
            <a:r>
              <a:rPr lang="zh-CN" altLang="en-US" sz="2800" b="1" dirty="0">
                <a:latin typeface="宋体" panose="02010600030101010101" pitchFamily="2" charset="-122"/>
              </a:rPr>
              <a:t>（</a:t>
            </a:r>
            <a:r>
              <a:rPr lang="en-US" altLang="zh-CN" sz="2800" b="1" dirty="0">
                <a:latin typeface="宋体" panose="02010600030101010101" pitchFamily="2" charset="-122"/>
              </a:rPr>
              <a:t>3</a:t>
            </a:r>
            <a:r>
              <a:rPr lang="zh-CN" altLang="en-US" sz="2800" b="1" dirty="0">
                <a:latin typeface="宋体" panose="02010600030101010101" pitchFamily="2" charset="-122"/>
              </a:rPr>
              <a:t>）交互密切的对象尽可能相邻；</a:t>
            </a:r>
            <a:endParaRPr lang="zh-CN" altLang="en-US" sz="2800" b="1" dirty="0">
              <a:latin typeface="宋体" panose="02010600030101010101" pitchFamily="2" charset="-122"/>
            </a:endParaRPr>
          </a:p>
          <a:p>
            <a:pPr lvl="1">
              <a:buNone/>
            </a:pPr>
            <a:r>
              <a:rPr lang="zh-CN" altLang="en-US" sz="2800" b="1" dirty="0">
                <a:latin typeface="宋体" panose="02010600030101010101" pitchFamily="2" charset="-122"/>
              </a:rPr>
              <a:t>（</a:t>
            </a:r>
            <a:r>
              <a:rPr lang="en-US" altLang="zh-CN" sz="2800" b="1" dirty="0">
                <a:latin typeface="宋体" panose="02010600030101010101" pitchFamily="2" charset="-122"/>
              </a:rPr>
              <a:t>4</a:t>
            </a:r>
            <a:r>
              <a:rPr lang="zh-CN" altLang="en-US" sz="2800" b="1" dirty="0">
                <a:latin typeface="宋体" panose="02010600030101010101" pitchFamily="2" charset="-122"/>
              </a:rPr>
              <a:t>）交互中创建的对象，应放置在其创建的	   时间点上；</a:t>
            </a:r>
            <a:endParaRPr lang="zh-CN" altLang="en-US" sz="2800" b="1" dirty="0">
              <a:latin typeface="宋体" panose="02010600030101010101" pitchFamily="2" charset="-122"/>
            </a:endParaRPr>
          </a:p>
          <a:p>
            <a:pPr lvl="1">
              <a:buNone/>
            </a:pPr>
            <a:r>
              <a:rPr lang="zh-CN" altLang="en-US" sz="2800" b="1" dirty="0">
                <a:latin typeface="宋体" panose="02010600030101010101" pitchFamily="2" charset="-122"/>
              </a:rPr>
              <a:t>（</a:t>
            </a:r>
            <a:r>
              <a:rPr lang="en-US" altLang="zh-CN" sz="2800" b="1" dirty="0">
                <a:latin typeface="宋体" panose="02010600030101010101" pitchFamily="2" charset="-122"/>
              </a:rPr>
              <a:t>5</a:t>
            </a:r>
            <a:r>
              <a:rPr lang="zh-CN" altLang="en-US" sz="2800" b="1" dirty="0">
                <a:latin typeface="宋体" panose="02010600030101010101" pitchFamily="2" charset="-122"/>
              </a:rPr>
              <a:t>）每个对象有一个下垂的生命线。</a:t>
            </a:r>
            <a:endParaRPr lang="zh-CN" altLang="en-US" sz="2800" b="1" dirty="0">
              <a:latin typeface="宋体" panose="02010600030101010101" pitchFamily="2" charset="-122"/>
            </a:endParaRPr>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10" name="日期占位符 3"/>
          <p:cNvSpPr txBox="1">
            <a:spLocks noGrp="1"/>
          </p:cNvSpPr>
          <p:nvPr>
            <p:ph type="dt" sz="half"/>
          </p:nvPr>
        </p:nvSpPr>
        <p:spPr>
          <a:xfrm>
            <a:off x="7162800" y="6381750"/>
            <a:ext cx="1981200" cy="476250"/>
          </a:xfrm>
          <a:prstGeom prst="rect">
            <a:avLst/>
          </a:prstGeom>
          <a:noFill/>
          <a:ln w="9525">
            <a:noFill/>
          </a:ln>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fld id="{BB962C8B-B14F-4D97-AF65-F5344CB8AC3E}" type="datetime1">
              <a:rPr lang="zh-CN" altLang="en-US" sz="1200" dirty="0"/>
            </a:fld>
            <a:endParaRPr lang="zh-CN" altLang="en-US" sz="1200" dirty="0"/>
          </a:p>
        </p:txBody>
      </p:sp>
      <p:sp>
        <p:nvSpPr>
          <p:cNvPr id="43011" name="页脚占位符 4"/>
          <p:cNvSpPr txBox="1">
            <a:spLocks noGrp="1"/>
          </p:cNvSpPr>
          <p:nvPr>
            <p:ph type="ftr" sz="quarter"/>
          </p:nvPr>
        </p:nvSpPr>
        <p:spPr>
          <a:xfrm>
            <a:off x="3151188" y="6313488"/>
            <a:ext cx="2895600" cy="457200"/>
          </a:xfrm>
          <a:prstGeom prst="rect">
            <a:avLst/>
          </a:prstGeom>
          <a:noFill/>
          <a:ln w="9525">
            <a:noFill/>
          </a:ln>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eaLnBrk="1" hangingPunct="1"/>
            <a:r>
              <a:rPr lang="zh-CN" altLang="en-US" dirty="0"/>
              <a:t>UML系统建模与分析设计</a:t>
            </a:r>
            <a:endParaRPr lang="zh-CN" altLang="zh-CN" dirty="0"/>
          </a:p>
        </p:txBody>
      </p:sp>
      <p:sp>
        <p:nvSpPr>
          <p:cNvPr id="43012" name="灯片编号占位符 5"/>
          <p:cNvSpPr txBox="1">
            <a:spLocks noGrp="1"/>
          </p:cNvSpPr>
          <p:nvPr>
            <p:ph type="sldNum" sz="quarter" idx="10"/>
          </p:nvPr>
        </p:nvSpPr>
        <p:spPr>
          <a:xfrm>
            <a:off x="6580188" y="6313488"/>
            <a:ext cx="1905000" cy="457200"/>
          </a:xfrm>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fld id="{9A0DB2DC-4C9A-4742-B13C-FB6460FD3503}" type="slidenum">
              <a:rPr lang="zh-CN" altLang="en-US" sz="1200" dirty="0"/>
            </a:fld>
            <a:endParaRPr lang="zh-CN" altLang="en-US" sz="1200" dirty="0"/>
          </a:p>
        </p:txBody>
      </p:sp>
      <p:sp>
        <p:nvSpPr>
          <p:cNvPr id="43013" name="Rectangle 2"/>
          <p:cNvSpPr>
            <a:spLocks noGrp="1"/>
          </p:cNvSpPr>
          <p:nvPr>
            <p:ph type="title"/>
          </p:nvPr>
        </p:nvSpPr>
        <p:spPr>
          <a:xfrm>
            <a:off x="468313" y="476250"/>
            <a:ext cx="7772400" cy="579438"/>
          </a:xfrm>
        </p:spPr>
        <p:txBody>
          <a:bodyPr vert="horz" wrap="square" lIns="91440" tIns="45720" rIns="91440" bIns="45720" anchor="b" anchorCtr="0"/>
          <a:p>
            <a:r>
              <a:rPr lang="en-US" altLang="zh-CN" dirty="0">
                <a:solidFill>
                  <a:schemeClr val="tx1"/>
                </a:solidFill>
                <a:latin typeface="宋体" panose="02010600030101010101" pitchFamily="2" charset="-122"/>
              </a:rPr>
              <a:t>6.6.2  </a:t>
            </a:r>
            <a:r>
              <a:rPr lang="zh-CN" altLang="en-US" dirty="0">
                <a:solidFill>
                  <a:schemeClr val="tx1"/>
                </a:solidFill>
                <a:latin typeface="宋体" panose="02010600030101010101" pitchFamily="2" charset="-122"/>
              </a:rPr>
              <a:t>顺序图建模步骤 （</a:t>
            </a:r>
            <a:r>
              <a:rPr lang="en-US" altLang="zh-CN" dirty="0">
                <a:solidFill>
                  <a:schemeClr val="tx1"/>
                </a:solidFill>
                <a:latin typeface="宋体" panose="02010600030101010101" pitchFamily="2" charset="-122"/>
              </a:rPr>
              <a:t>con.</a:t>
            </a:r>
            <a:r>
              <a:rPr lang="zh-CN" altLang="en-US" dirty="0">
                <a:solidFill>
                  <a:schemeClr val="tx1"/>
                </a:solidFill>
                <a:latin typeface="宋体" panose="02010600030101010101" pitchFamily="2" charset="-122"/>
              </a:rPr>
              <a:t>）</a:t>
            </a:r>
            <a:endParaRPr lang="zh-CN" altLang="en-US" dirty="0">
              <a:solidFill>
                <a:schemeClr val="tx1"/>
              </a:solidFill>
              <a:latin typeface="宋体" panose="02010600030101010101" pitchFamily="2" charset="-122"/>
            </a:endParaRPr>
          </a:p>
        </p:txBody>
      </p:sp>
      <p:sp>
        <p:nvSpPr>
          <p:cNvPr id="43014" name="Rectangle 3"/>
          <p:cNvSpPr>
            <a:spLocks noGrp="1"/>
          </p:cNvSpPr>
          <p:nvPr>
            <p:ph idx="1"/>
          </p:nvPr>
        </p:nvSpPr>
        <p:spPr>
          <a:xfrm>
            <a:off x="468313" y="1052513"/>
            <a:ext cx="8675687" cy="5661025"/>
          </a:xfrm>
        </p:spPr>
        <p:txBody>
          <a:bodyPr vert="horz" wrap="square" lIns="91440" tIns="45720" rIns="91440" bIns="45720" anchor="t" anchorCtr="0"/>
          <a:p>
            <a:pPr>
              <a:buFontTx/>
              <a:buNone/>
            </a:pPr>
            <a:r>
              <a:rPr lang="en-US" altLang="zh-CN" sz="2800" b="1" dirty="0">
                <a:latin typeface="宋体" panose="02010600030101010101" pitchFamily="2" charset="-122"/>
              </a:rPr>
              <a:t>3</a:t>
            </a:r>
            <a:r>
              <a:rPr lang="zh-CN" altLang="en-US" sz="2800" b="1" dirty="0">
                <a:latin typeface="宋体" panose="02010600030101010101" pitchFamily="2" charset="-122"/>
              </a:rPr>
              <a:t>．消息传递</a:t>
            </a:r>
            <a:endParaRPr lang="zh-CN" altLang="en-US" sz="2800" b="1" dirty="0">
              <a:latin typeface="宋体" panose="02010600030101010101" pitchFamily="2" charset="-122"/>
            </a:endParaRPr>
          </a:p>
          <a:p>
            <a:pPr>
              <a:buFontTx/>
              <a:buNone/>
            </a:pPr>
            <a:r>
              <a:rPr lang="zh-CN" altLang="en-US" sz="2800" b="1" dirty="0">
                <a:latin typeface="宋体" panose="02010600030101010101" pitchFamily="2" charset="-122"/>
              </a:rPr>
              <a:t>（</a:t>
            </a:r>
            <a:r>
              <a:rPr lang="en-US" altLang="zh-CN" sz="2800" b="1" dirty="0">
                <a:latin typeface="宋体" panose="02010600030101010101" pitchFamily="2" charset="-122"/>
              </a:rPr>
              <a:t>1</a:t>
            </a:r>
            <a:r>
              <a:rPr lang="zh-CN" altLang="en-US" sz="2800" b="1" dirty="0">
                <a:latin typeface="宋体" panose="02010600030101010101" pitchFamily="2" charset="-122"/>
              </a:rPr>
              <a:t>）消息传递的方向：按时间顺序从上到下在对象 </a:t>
            </a:r>
            <a:endParaRPr lang="zh-CN" altLang="en-US" sz="2800" b="1" dirty="0">
              <a:latin typeface="宋体" panose="02010600030101010101" pitchFamily="2" charset="-122"/>
            </a:endParaRPr>
          </a:p>
          <a:p>
            <a:pPr>
              <a:buFontTx/>
              <a:buNone/>
            </a:pPr>
            <a:r>
              <a:rPr lang="zh-CN" altLang="en-US" sz="2800" b="1" dirty="0">
                <a:latin typeface="宋体" panose="02010600030101010101" pitchFamily="2" charset="-122"/>
              </a:rPr>
              <a:t>     的生命线之间传递；</a:t>
            </a:r>
            <a:endParaRPr lang="zh-CN" altLang="en-US" sz="2800" b="1" dirty="0">
              <a:latin typeface="宋体" panose="02010600030101010101" pitchFamily="2" charset="-122"/>
            </a:endParaRPr>
          </a:p>
          <a:p>
            <a:pPr>
              <a:buFontTx/>
              <a:buNone/>
            </a:pPr>
            <a:r>
              <a:rPr lang="zh-CN" altLang="en-US" sz="2800" b="1" dirty="0">
                <a:latin typeface="宋体" panose="02010600030101010101" pitchFamily="2" charset="-122"/>
              </a:rPr>
              <a:t>（</a:t>
            </a:r>
            <a:r>
              <a:rPr lang="en-US" altLang="zh-CN" sz="2800" b="1" dirty="0">
                <a:latin typeface="宋体" panose="02010600030101010101" pitchFamily="2" charset="-122"/>
              </a:rPr>
              <a:t>2</a:t>
            </a:r>
            <a:r>
              <a:rPr lang="zh-CN" altLang="en-US" sz="2800" b="1" dirty="0">
                <a:latin typeface="宋体" panose="02010600030101010101" pitchFamily="2" charset="-122"/>
              </a:rPr>
              <a:t>）在消息箭头线上标出消息标签的内容、约束或构</a:t>
            </a:r>
            <a:endParaRPr lang="zh-CN" altLang="en-US" sz="2800" b="1" dirty="0">
              <a:latin typeface="宋体" panose="02010600030101010101" pitchFamily="2" charset="-122"/>
            </a:endParaRPr>
          </a:p>
          <a:p>
            <a:pPr>
              <a:buFontTx/>
              <a:buNone/>
            </a:pPr>
            <a:r>
              <a:rPr lang="zh-CN" altLang="en-US" sz="2800" b="1" dirty="0">
                <a:latin typeface="宋体" panose="02010600030101010101" pitchFamily="2" charset="-122"/>
              </a:rPr>
              <a:t>     造型；</a:t>
            </a:r>
            <a:endParaRPr lang="zh-CN" altLang="en-US" sz="2800" b="1" dirty="0">
              <a:latin typeface="宋体" panose="02010600030101010101" pitchFamily="2" charset="-122"/>
            </a:endParaRPr>
          </a:p>
          <a:p>
            <a:pPr>
              <a:buFontTx/>
              <a:buNone/>
            </a:pPr>
            <a:r>
              <a:rPr lang="zh-CN" altLang="en-US" sz="2800" b="1" dirty="0">
                <a:latin typeface="宋体" panose="02010600030101010101" pitchFamily="2" charset="-122"/>
              </a:rPr>
              <a:t>（</a:t>
            </a:r>
            <a:r>
              <a:rPr lang="en-US" altLang="zh-CN" sz="2800" b="1" dirty="0">
                <a:latin typeface="宋体" panose="02010600030101010101" pitchFamily="2" charset="-122"/>
              </a:rPr>
              <a:t>3</a:t>
            </a:r>
            <a:r>
              <a:rPr lang="zh-CN" altLang="en-US" sz="2800" b="1" dirty="0">
                <a:latin typeface="宋体" panose="02010600030101010101" pitchFamily="2" charset="-122"/>
              </a:rPr>
              <a:t>）发送和接收消息的对象生命线必须处在激活期；</a:t>
            </a:r>
            <a:endParaRPr lang="zh-CN" altLang="en-US" sz="2800" b="1" dirty="0">
              <a:latin typeface="宋体" panose="02010600030101010101" pitchFamily="2" charset="-122"/>
            </a:endParaRPr>
          </a:p>
          <a:p>
            <a:pPr>
              <a:buFontTx/>
              <a:buNone/>
            </a:pPr>
            <a:r>
              <a:rPr lang="zh-CN" altLang="en-US" sz="2800" b="1" dirty="0">
                <a:latin typeface="宋体" panose="02010600030101010101" pitchFamily="2" charset="-122"/>
              </a:rPr>
              <a:t>（</a:t>
            </a:r>
            <a:r>
              <a:rPr lang="en-US" altLang="zh-CN" sz="2800" b="1" dirty="0">
                <a:latin typeface="宋体" panose="02010600030101010101" pitchFamily="2" charset="-122"/>
              </a:rPr>
              <a:t>4</a:t>
            </a:r>
            <a:r>
              <a:rPr lang="zh-CN" altLang="en-US" sz="2800" b="1" dirty="0">
                <a:latin typeface="宋体" panose="02010600030101010101" pitchFamily="2" charset="-122"/>
              </a:rPr>
              <a:t>）交互中对象的创建和销毁必须绘出构造型和标</a:t>
            </a:r>
            <a:endParaRPr lang="zh-CN" altLang="en-US" sz="2800" b="1" dirty="0">
              <a:latin typeface="宋体" panose="02010600030101010101" pitchFamily="2" charset="-122"/>
            </a:endParaRPr>
          </a:p>
          <a:p>
            <a:pPr>
              <a:buFontTx/>
              <a:buNone/>
            </a:pPr>
            <a:r>
              <a:rPr lang="zh-CN" altLang="en-US" sz="2800" b="1" dirty="0">
                <a:latin typeface="宋体" panose="02010600030101010101" pitchFamily="2" charset="-122"/>
              </a:rPr>
              <a:t>     记；</a:t>
            </a:r>
            <a:endParaRPr lang="zh-CN" altLang="en-US" sz="2800" b="1" dirty="0">
              <a:latin typeface="宋体" panose="02010600030101010101" pitchFamily="2" charset="-122"/>
            </a:endParaRPr>
          </a:p>
          <a:p>
            <a:pPr>
              <a:buFontTx/>
              <a:buNone/>
            </a:pPr>
            <a:r>
              <a:rPr lang="zh-CN" altLang="en-US" sz="2800" b="1" dirty="0">
                <a:latin typeface="宋体" panose="02010600030101010101" pitchFamily="2" charset="-122"/>
              </a:rPr>
              <a:t>（</a:t>
            </a:r>
            <a:r>
              <a:rPr lang="en-US" altLang="zh-CN" sz="2800" b="1" dirty="0">
                <a:latin typeface="宋体" panose="02010600030101010101" pitchFamily="2" charset="-122"/>
              </a:rPr>
              <a:t>5</a:t>
            </a:r>
            <a:r>
              <a:rPr lang="zh-CN" altLang="en-US" sz="2800" b="1" dirty="0">
                <a:latin typeface="宋体" panose="02010600030101010101" pitchFamily="2" charset="-122"/>
              </a:rPr>
              <a:t>）区别同步消息和异步消息的图标表示符；</a:t>
            </a:r>
            <a:endParaRPr lang="zh-CN" altLang="en-US" sz="2800" b="1" dirty="0">
              <a:latin typeface="宋体" panose="02010600030101010101" pitchFamily="2" charset="-122"/>
            </a:endParaRPr>
          </a:p>
          <a:p>
            <a:pPr>
              <a:buFontTx/>
              <a:buNone/>
            </a:pPr>
            <a:r>
              <a:rPr lang="zh-CN" altLang="en-US" sz="2800" b="1" dirty="0">
                <a:latin typeface="宋体" panose="02010600030101010101" pitchFamily="2" charset="-122"/>
              </a:rPr>
              <a:t>（</a:t>
            </a:r>
            <a:r>
              <a:rPr lang="en-US" altLang="zh-CN" sz="2800" b="1" dirty="0">
                <a:latin typeface="宋体" panose="02010600030101010101" pitchFamily="2" charset="-122"/>
              </a:rPr>
              <a:t>6</a:t>
            </a:r>
            <a:r>
              <a:rPr lang="zh-CN" altLang="en-US" sz="2800" b="1" dirty="0">
                <a:latin typeface="宋体" panose="02010600030101010101" pitchFamily="2" charset="-122"/>
              </a:rPr>
              <a:t>）标出消息的循环结构及出口条件；</a:t>
            </a:r>
            <a:endParaRPr lang="zh-CN" altLang="en-US" sz="2800" b="1" dirty="0">
              <a:latin typeface="宋体" panose="02010600030101010101" pitchFamily="2" charset="-122"/>
            </a:endParaRPr>
          </a:p>
          <a:p>
            <a:pPr>
              <a:buFontTx/>
              <a:buNone/>
            </a:pPr>
            <a:r>
              <a:rPr lang="zh-CN" altLang="en-US" sz="2800" b="1" dirty="0">
                <a:latin typeface="宋体" panose="02010600030101010101" pitchFamily="2" charset="-122"/>
              </a:rPr>
              <a:t>（</a:t>
            </a:r>
            <a:r>
              <a:rPr lang="en-US" altLang="zh-CN" sz="2800" b="1" dirty="0">
                <a:latin typeface="宋体" panose="02010600030101010101" pitchFamily="2" charset="-122"/>
              </a:rPr>
              <a:t>7</a:t>
            </a:r>
            <a:r>
              <a:rPr lang="zh-CN" altLang="en-US" sz="2800" b="1" dirty="0">
                <a:latin typeface="宋体" panose="02010600030101010101" pitchFamily="2" charset="-122"/>
              </a:rPr>
              <a:t>）顺序图从初始化消息开始，以其返回消息终止。</a:t>
            </a:r>
            <a:endParaRPr lang="zh-CN" altLang="en-US" sz="2800" b="1" dirty="0">
              <a:latin typeface="宋体" panose="02010600030101010101" pitchFamily="2" charset="-122"/>
            </a:endParaRPr>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4" name="日期占位符 3"/>
          <p:cNvSpPr txBox="1">
            <a:spLocks noGrp="1"/>
          </p:cNvSpPr>
          <p:nvPr>
            <p:ph type="dt" sz="half"/>
          </p:nvPr>
        </p:nvSpPr>
        <p:spPr>
          <a:xfrm>
            <a:off x="7162800" y="6381750"/>
            <a:ext cx="1981200" cy="476250"/>
          </a:xfrm>
          <a:prstGeom prst="rect">
            <a:avLst/>
          </a:prstGeom>
          <a:noFill/>
          <a:ln w="9525">
            <a:noFill/>
          </a:ln>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fld id="{BB962C8B-B14F-4D97-AF65-F5344CB8AC3E}" type="datetime1">
              <a:rPr lang="zh-CN" altLang="en-US" sz="1200" dirty="0"/>
            </a:fld>
            <a:endParaRPr lang="zh-CN" altLang="en-US" sz="1200" dirty="0"/>
          </a:p>
        </p:txBody>
      </p:sp>
      <p:sp>
        <p:nvSpPr>
          <p:cNvPr id="44035" name="灯片编号占位符 5"/>
          <p:cNvSpPr txBox="1">
            <a:spLocks noGrp="1"/>
          </p:cNvSpPr>
          <p:nvPr>
            <p:ph type="sldNum" sz="quarter" idx="10"/>
          </p:nvPr>
        </p:nvSpPr>
        <p:spPr>
          <a:xfrm>
            <a:off x="6580188" y="6313488"/>
            <a:ext cx="1905000" cy="457200"/>
          </a:xfrm>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fld id="{9A0DB2DC-4C9A-4742-B13C-FB6460FD3503}" type="slidenum">
              <a:rPr lang="zh-CN" altLang="en-US" sz="1200" dirty="0"/>
            </a:fld>
            <a:endParaRPr lang="zh-CN" altLang="en-US" sz="1200" dirty="0"/>
          </a:p>
        </p:txBody>
      </p:sp>
      <p:sp>
        <p:nvSpPr>
          <p:cNvPr id="44036" name="Rectangle 2"/>
          <p:cNvSpPr>
            <a:spLocks noGrp="1"/>
          </p:cNvSpPr>
          <p:nvPr>
            <p:ph type="title"/>
          </p:nvPr>
        </p:nvSpPr>
        <p:spPr>
          <a:xfrm>
            <a:off x="468313" y="404813"/>
            <a:ext cx="7772400" cy="579437"/>
          </a:xfrm>
        </p:spPr>
        <p:txBody>
          <a:bodyPr vert="horz" wrap="square" lIns="91440" tIns="45720" rIns="91440" bIns="45720" anchor="b" anchorCtr="0"/>
          <a:p>
            <a:r>
              <a:rPr lang="en-US" altLang="zh-CN" dirty="0">
                <a:solidFill>
                  <a:schemeClr val="tx1"/>
                </a:solidFill>
                <a:latin typeface="宋体" panose="02010600030101010101" pitchFamily="2" charset="-122"/>
              </a:rPr>
              <a:t>6.6.2  </a:t>
            </a:r>
            <a:r>
              <a:rPr lang="zh-CN" altLang="en-US" dirty="0">
                <a:solidFill>
                  <a:schemeClr val="tx1"/>
                </a:solidFill>
                <a:latin typeface="宋体" panose="02010600030101010101" pitchFamily="2" charset="-122"/>
              </a:rPr>
              <a:t>顺序图建模步骤 （</a:t>
            </a:r>
            <a:r>
              <a:rPr lang="en-US" altLang="zh-CN" dirty="0">
                <a:solidFill>
                  <a:schemeClr val="tx1"/>
                </a:solidFill>
                <a:latin typeface="宋体" panose="02010600030101010101" pitchFamily="2" charset="-122"/>
              </a:rPr>
              <a:t>con.</a:t>
            </a:r>
            <a:r>
              <a:rPr lang="zh-CN" altLang="en-US" dirty="0">
                <a:solidFill>
                  <a:schemeClr val="tx1"/>
                </a:solidFill>
                <a:latin typeface="宋体" panose="02010600030101010101" pitchFamily="2" charset="-122"/>
              </a:rPr>
              <a:t>）</a:t>
            </a:r>
            <a:endParaRPr lang="zh-CN" altLang="en-US" dirty="0">
              <a:solidFill>
                <a:schemeClr val="tx1"/>
              </a:solidFill>
              <a:latin typeface="宋体" panose="02010600030101010101" pitchFamily="2" charset="-122"/>
            </a:endParaRPr>
          </a:p>
        </p:txBody>
      </p:sp>
      <p:sp>
        <p:nvSpPr>
          <p:cNvPr id="44037" name="Rectangle 3"/>
          <p:cNvSpPr>
            <a:spLocks noGrp="1"/>
          </p:cNvSpPr>
          <p:nvPr>
            <p:ph idx="1"/>
          </p:nvPr>
        </p:nvSpPr>
        <p:spPr>
          <a:xfrm>
            <a:off x="684213" y="5589588"/>
            <a:ext cx="7772400" cy="795337"/>
          </a:xfrm>
        </p:spPr>
        <p:txBody>
          <a:bodyPr vert="horz" wrap="square" lIns="91440" tIns="45720" rIns="91440" bIns="45720" anchor="t" anchorCtr="0"/>
          <a:p>
            <a:pPr algn="ctr">
              <a:buFontTx/>
              <a:buNone/>
            </a:pPr>
            <a:r>
              <a:rPr lang="zh-CN" altLang="en-US" sz="2400" b="1" dirty="0">
                <a:latin typeface="宋体" panose="02010600030101010101" pitchFamily="2" charset="-122"/>
              </a:rPr>
              <a:t>图</a:t>
            </a:r>
            <a:r>
              <a:rPr lang="en-US" altLang="zh-CN" sz="2400" b="1" dirty="0">
                <a:latin typeface="宋体" panose="02010600030101010101" pitchFamily="2" charset="-122"/>
              </a:rPr>
              <a:t>5-18 “</a:t>
            </a:r>
            <a:r>
              <a:rPr lang="zh-CN" altLang="en-US" sz="2400" b="1" dirty="0">
                <a:latin typeface="宋体" panose="02010600030101010101" pitchFamily="2" charset="-122"/>
              </a:rPr>
              <a:t>付款单处理”用例的顺序图（</a:t>
            </a:r>
            <a:r>
              <a:rPr lang="en-US" altLang="zh-CN" sz="2400" b="1" dirty="0">
                <a:latin typeface="宋体" panose="02010600030101010101" pitchFamily="2" charset="-122"/>
              </a:rPr>
              <a:t>1</a:t>
            </a:r>
            <a:r>
              <a:rPr lang="zh-CN" altLang="en-US" sz="2400" b="1" dirty="0">
                <a:latin typeface="宋体" panose="02010600030101010101" pitchFamily="2" charset="-122"/>
              </a:rPr>
              <a:t>）</a:t>
            </a:r>
            <a:endParaRPr lang="zh-CN" altLang="en-US" sz="2400" b="1" dirty="0">
              <a:latin typeface="宋体" panose="02010600030101010101" pitchFamily="2" charset="-122"/>
            </a:endParaRPr>
          </a:p>
        </p:txBody>
      </p:sp>
      <p:pic>
        <p:nvPicPr>
          <p:cNvPr id="44038" name="Picture 5"/>
          <p:cNvPicPr>
            <a:picLocks noChangeAspect="1"/>
          </p:cNvPicPr>
          <p:nvPr/>
        </p:nvPicPr>
        <p:blipFill>
          <a:blip r:embed="rId1"/>
          <a:srcRect l="15192" t="23299" r="17531" b="35281"/>
          <a:stretch>
            <a:fillRect/>
          </a:stretch>
        </p:blipFill>
        <p:spPr>
          <a:xfrm>
            <a:off x="250825" y="1628775"/>
            <a:ext cx="8496300" cy="3963988"/>
          </a:xfrm>
          <a:prstGeom prst="rect">
            <a:avLst/>
          </a:prstGeom>
          <a:noFill/>
          <a:ln w="9525">
            <a:noFill/>
          </a:ln>
        </p:spPr>
      </p:pic>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8" name="日期占位符 3"/>
          <p:cNvSpPr txBox="1">
            <a:spLocks noGrp="1"/>
          </p:cNvSpPr>
          <p:nvPr>
            <p:ph type="dt" sz="half"/>
          </p:nvPr>
        </p:nvSpPr>
        <p:spPr>
          <a:xfrm>
            <a:off x="7162800" y="6381750"/>
            <a:ext cx="1981200" cy="476250"/>
          </a:xfrm>
          <a:prstGeom prst="rect">
            <a:avLst/>
          </a:prstGeom>
          <a:noFill/>
          <a:ln w="9525">
            <a:noFill/>
          </a:ln>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fld id="{BB962C8B-B14F-4D97-AF65-F5344CB8AC3E}" type="datetime1">
              <a:rPr lang="zh-CN" altLang="en-US" sz="1200" dirty="0"/>
            </a:fld>
            <a:endParaRPr lang="zh-CN" altLang="en-US" sz="1200" dirty="0"/>
          </a:p>
        </p:txBody>
      </p:sp>
      <p:sp>
        <p:nvSpPr>
          <p:cNvPr id="45059" name="页脚占位符 4"/>
          <p:cNvSpPr txBox="1">
            <a:spLocks noGrp="1"/>
          </p:cNvSpPr>
          <p:nvPr>
            <p:ph type="ftr" sz="quarter"/>
          </p:nvPr>
        </p:nvSpPr>
        <p:spPr>
          <a:xfrm>
            <a:off x="3151188" y="6313488"/>
            <a:ext cx="2895600" cy="457200"/>
          </a:xfrm>
          <a:prstGeom prst="rect">
            <a:avLst/>
          </a:prstGeom>
          <a:noFill/>
          <a:ln w="9525">
            <a:noFill/>
          </a:ln>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eaLnBrk="1" hangingPunct="1"/>
            <a:r>
              <a:rPr lang="zh-CN" altLang="en-US" dirty="0"/>
              <a:t>UML系统建模与分析设计</a:t>
            </a:r>
            <a:endParaRPr lang="zh-CN" altLang="zh-CN" dirty="0"/>
          </a:p>
        </p:txBody>
      </p:sp>
      <p:sp>
        <p:nvSpPr>
          <p:cNvPr id="45060" name="灯片编号占位符 5"/>
          <p:cNvSpPr txBox="1">
            <a:spLocks noGrp="1"/>
          </p:cNvSpPr>
          <p:nvPr>
            <p:ph type="sldNum" sz="quarter" idx="10"/>
          </p:nvPr>
        </p:nvSpPr>
        <p:spPr>
          <a:xfrm>
            <a:off x="6580188" y="6313488"/>
            <a:ext cx="1905000" cy="457200"/>
          </a:xfrm>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fld id="{9A0DB2DC-4C9A-4742-B13C-FB6460FD3503}" type="slidenum">
              <a:rPr lang="zh-CN" altLang="en-US" sz="1200" dirty="0"/>
            </a:fld>
            <a:endParaRPr lang="zh-CN" altLang="en-US" sz="1200" dirty="0"/>
          </a:p>
        </p:txBody>
      </p:sp>
      <p:sp>
        <p:nvSpPr>
          <p:cNvPr id="45061" name="Rectangle 2"/>
          <p:cNvSpPr>
            <a:spLocks noGrp="1"/>
          </p:cNvSpPr>
          <p:nvPr>
            <p:ph type="title"/>
          </p:nvPr>
        </p:nvSpPr>
        <p:spPr/>
        <p:txBody>
          <a:bodyPr vert="horz" wrap="square" lIns="91440" tIns="45720" rIns="91440" bIns="45720" anchor="b" anchorCtr="0"/>
          <a:p>
            <a:r>
              <a:rPr lang="en-US" altLang="zh-CN" dirty="0">
                <a:solidFill>
                  <a:schemeClr val="tx1"/>
                </a:solidFill>
                <a:latin typeface="宋体" panose="02010600030101010101" pitchFamily="2" charset="-122"/>
              </a:rPr>
              <a:t>6.6.3  </a:t>
            </a:r>
            <a:r>
              <a:rPr lang="zh-CN" altLang="en-US" dirty="0">
                <a:solidFill>
                  <a:schemeClr val="tx1"/>
                </a:solidFill>
                <a:latin typeface="宋体" panose="02010600030101010101" pitchFamily="2" charset="-122"/>
              </a:rPr>
              <a:t>合作图建模步骤</a:t>
            </a:r>
            <a:endParaRPr lang="zh-CN" altLang="en-US" dirty="0">
              <a:solidFill>
                <a:schemeClr val="tx1"/>
              </a:solidFill>
              <a:latin typeface="宋体" panose="02010600030101010101" pitchFamily="2" charset="-122"/>
            </a:endParaRPr>
          </a:p>
        </p:txBody>
      </p:sp>
      <p:sp>
        <p:nvSpPr>
          <p:cNvPr id="45062" name="Rectangle 3"/>
          <p:cNvSpPr>
            <a:spLocks noGrp="1"/>
          </p:cNvSpPr>
          <p:nvPr>
            <p:ph idx="1"/>
          </p:nvPr>
        </p:nvSpPr>
        <p:spPr>
          <a:xfrm>
            <a:off x="684213" y="1700213"/>
            <a:ext cx="7772400" cy="4395787"/>
          </a:xfrm>
        </p:spPr>
        <p:txBody>
          <a:bodyPr vert="horz" wrap="square" lIns="91440" tIns="45720" rIns="91440" bIns="45720" anchor="t" anchorCtr="0"/>
          <a:p>
            <a:pPr>
              <a:buFontTx/>
              <a:buNone/>
            </a:pPr>
            <a:r>
              <a:rPr lang="en-US" altLang="zh-CN" sz="3200" b="1" dirty="0">
                <a:latin typeface="宋体" panose="02010600030101010101" pitchFamily="2" charset="-122"/>
              </a:rPr>
              <a:t>1</a:t>
            </a:r>
            <a:r>
              <a:rPr lang="zh-CN" altLang="en-US" sz="3200" b="1" dirty="0">
                <a:latin typeface="宋体" panose="02010600030101010101" pitchFamily="2" charset="-122"/>
              </a:rPr>
              <a:t>．确定交互及涉及的对象</a:t>
            </a:r>
            <a:endParaRPr lang="zh-CN" altLang="en-US" sz="1000" b="1" dirty="0">
              <a:latin typeface="宋体" panose="02010600030101010101" pitchFamily="2" charset="-122"/>
            </a:endParaRPr>
          </a:p>
          <a:p>
            <a:pPr>
              <a:buFontTx/>
              <a:buNone/>
            </a:pPr>
            <a:endParaRPr lang="zh-CN" altLang="en-US" sz="1000" b="1" dirty="0">
              <a:latin typeface="宋体" panose="02010600030101010101" pitchFamily="2" charset="-122"/>
            </a:endParaRPr>
          </a:p>
          <a:p>
            <a:pPr>
              <a:buFontTx/>
              <a:buNone/>
            </a:pPr>
            <a:r>
              <a:rPr lang="en-US" altLang="zh-CN" sz="3200" b="1" dirty="0">
                <a:latin typeface="宋体" panose="02010600030101010101" pitchFamily="2" charset="-122"/>
              </a:rPr>
              <a:t>2</a:t>
            </a:r>
            <a:r>
              <a:rPr lang="zh-CN" altLang="en-US" sz="3200" b="1" dirty="0">
                <a:latin typeface="宋体" panose="02010600030101010101" pitchFamily="2" charset="-122"/>
              </a:rPr>
              <a:t>．合作图中对象排列的原则</a:t>
            </a:r>
            <a:endParaRPr lang="zh-CN" altLang="en-US" sz="3200" b="1" dirty="0">
              <a:latin typeface="宋体" panose="02010600030101010101" pitchFamily="2" charset="-122"/>
            </a:endParaRPr>
          </a:p>
          <a:p>
            <a:pPr lvl="1">
              <a:buNone/>
            </a:pPr>
            <a:r>
              <a:rPr lang="zh-CN" altLang="en-US" sz="2800" b="1" dirty="0">
                <a:latin typeface="宋体" panose="02010600030101010101" pitchFamily="2" charset="-122"/>
              </a:rPr>
              <a:t>（</a:t>
            </a:r>
            <a:r>
              <a:rPr lang="en-US" altLang="zh-CN" sz="2800" b="1" dirty="0">
                <a:latin typeface="宋体" panose="02010600030101010101" pitchFamily="2" charset="-122"/>
              </a:rPr>
              <a:t>1</a:t>
            </a:r>
            <a:r>
              <a:rPr lang="zh-CN" altLang="en-US" sz="2800" b="1" dirty="0">
                <a:latin typeface="宋体" panose="02010600030101010101" pitchFamily="2" charset="-122"/>
              </a:rPr>
              <a:t>）最重要的对象应在图的中央；</a:t>
            </a:r>
            <a:endParaRPr lang="zh-CN" altLang="en-US" sz="2800" b="1" dirty="0">
              <a:latin typeface="宋体" panose="02010600030101010101" pitchFamily="2" charset="-122"/>
            </a:endParaRPr>
          </a:p>
          <a:p>
            <a:pPr lvl="1">
              <a:buNone/>
            </a:pPr>
            <a:r>
              <a:rPr lang="zh-CN" altLang="en-US" sz="2800" b="1" dirty="0">
                <a:latin typeface="宋体" panose="02010600030101010101" pitchFamily="2" charset="-122"/>
              </a:rPr>
              <a:t>（</a:t>
            </a:r>
            <a:r>
              <a:rPr lang="en-US" altLang="zh-CN" sz="2800" b="1" dirty="0">
                <a:latin typeface="宋体" panose="02010600030101010101" pitchFamily="2" charset="-122"/>
              </a:rPr>
              <a:t>2</a:t>
            </a:r>
            <a:r>
              <a:rPr lang="zh-CN" altLang="en-US" sz="2800" b="1" dirty="0">
                <a:latin typeface="宋体" panose="02010600030101010101" pitchFamily="2" charset="-122"/>
              </a:rPr>
              <a:t>）与其有直接交互的对象放置在邻近；</a:t>
            </a:r>
            <a:endParaRPr lang="zh-CN" altLang="en-US" sz="2800" b="1" dirty="0">
              <a:latin typeface="宋体" panose="02010600030101010101" pitchFamily="2" charset="-122"/>
            </a:endParaRPr>
          </a:p>
          <a:p>
            <a:pPr lvl="1">
              <a:buNone/>
            </a:pPr>
            <a:r>
              <a:rPr lang="zh-CN" altLang="en-US" sz="2800" b="1" dirty="0">
                <a:latin typeface="宋体" panose="02010600030101010101" pitchFamily="2" charset="-122"/>
              </a:rPr>
              <a:t>（</a:t>
            </a:r>
            <a:r>
              <a:rPr lang="en-US" altLang="zh-CN" sz="2800" b="1" dirty="0">
                <a:latin typeface="宋体" panose="02010600030101010101" pitchFamily="2" charset="-122"/>
              </a:rPr>
              <a:t>3</a:t>
            </a:r>
            <a:r>
              <a:rPr lang="zh-CN" altLang="en-US" sz="2800" b="1" dirty="0">
                <a:latin typeface="宋体" panose="02010600030101010101" pitchFamily="2" charset="-122"/>
              </a:rPr>
              <a:t>）对象初始化；</a:t>
            </a:r>
            <a:endParaRPr lang="zh-CN" altLang="en-US" sz="2800" b="1" dirty="0">
              <a:latin typeface="宋体" panose="02010600030101010101" pitchFamily="2" charset="-122"/>
            </a:endParaRPr>
          </a:p>
          <a:p>
            <a:pPr lvl="1">
              <a:buNone/>
            </a:pPr>
            <a:r>
              <a:rPr lang="zh-CN" altLang="en-US" b="1" dirty="0"/>
              <a:t>（</a:t>
            </a:r>
            <a:r>
              <a:rPr lang="en-US" altLang="zh-CN" sz="2800" b="1" dirty="0">
                <a:latin typeface="宋体" panose="02010600030101010101" pitchFamily="2" charset="-122"/>
              </a:rPr>
              <a:t>4</a:t>
            </a:r>
            <a:r>
              <a:rPr lang="zh-CN" altLang="en-US" sz="2800" b="1" dirty="0">
                <a:latin typeface="宋体" panose="02010600030101010101" pitchFamily="2" charset="-122"/>
              </a:rPr>
              <a:t>）选择初始对象。</a:t>
            </a:r>
            <a:endParaRPr lang="zh-CN" altLang="en-US" sz="2800" b="1" dirty="0">
              <a:latin typeface="宋体" panose="02010600030101010101" pitchFamily="2" charset="-122"/>
            </a:endParaRPr>
          </a:p>
        </p:txBody>
      </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2" name="日期占位符 3"/>
          <p:cNvSpPr txBox="1">
            <a:spLocks noGrp="1"/>
          </p:cNvSpPr>
          <p:nvPr>
            <p:ph type="dt" sz="half"/>
          </p:nvPr>
        </p:nvSpPr>
        <p:spPr>
          <a:xfrm>
            <a:off x="7162800" y="6381750"/>
            <a:ext cx="1981200" cy="476250"/>
          </a:xfrm>
          <a:prstGeom prst="rect">
            <a:avLst/>
          </a:prstGeom>
          <a:noFill/>
          <a:ln w="9525">
            <a:noFill/>
          </a:ln>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fld id="{BB962C8B-B14F-4D97-AF65-F5344CB8AC3E}" type="datetime1">
              <a:rPr lang="zh-CN" altLang="en-US" sz="1200" dirty="0"/>
            </a:fld>
            <a:endParaRPr lang="zh-CN" altLang="en-US" sz="1200" dirty="0"/>
          </a:p>
        </p:txBody>
      </p:sp>
      <p:sp>
        <p:nvSpPr>
          <p:cNvPr id="46083" name="页脚占位符 4"/>
          <p:cNvSpPr txBox="1">
            <a:spLocks noGrp="1"/>
          </p:cNvSpPr>
          <p:nvPr>
            <p:ph type="ftr" sz="quarter"/>
          </p:nvPr>
        </p:nvSpPr>
        <p:spPr>
          <a:xfrm>
            <a:off x="3151188" y="6313488"/>
            <a:ext cx="2895600" cy="457200"/>
          </a:xfrm>
          <a:prstGeom prst="rect">
            <a:avLst/>
          </a:prstGeom>
          <a:noFill/>
          <a:ln w="9525">
            <a:noFill/>
          </a:ln>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eaLnBrk="1" hangingPunct="1"/>
            <a:r>
              <a:rPr lang="zh-CN" altLang="en-US" dirty="0"/>
              <a:t>UML系统建模与分析设计</a:t>
            </a:r>
            <a:endParaRPr lang="zh-CN" altLang="zh-CN" dirty="0"/>
          </a:p>
        </p:txBody>
      </p:sp>
      <p:sp>
        <p:nvSpPr>
          <p:cNvPr id="46084" name="灯片编号占位符 5"/>
          <p:cNvSpPr txBox="1">
            <a:spLocks noGrp="1"/>
          </p:cNvSpPr>
          <p:nvPr>
            <p:ph type="sldNum" sz="quarter" idx="10"/>
          </p:nvPr>
        </p:nvSpPr>
        <p:spPr>
          <a:xfrm>
            <a:off x="6580188" y="6313488"/>
            <a:ext cx="1905000" cy="457200"/>
          </a:xfrm>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fld id="{9A0DB2DC-4C9A-4742-B13C-FB6460FD3503}" type="slidenum">
              <a:rPr lang="zh-CN" altLang="en-US" sz="1200" dirty="0"/>
            </a:fld>
            <a:endParaRPr lang="zh-CN" altLang="en-US" sz="1200" dirty="0"/>
          </a:p>
        </p:txBody>
      </p:sp>
      <p:sp>
        <p:nvSpPr>
          <p:cNvPr id="46085" name="Rectangle 2"/>
          <p:cNvSpPr>
            <a:spLocks noGrp="1"/>
          </p:cNvSpPr>
          <p:nvPr>
            <p:ph type="title"/>
          </p:nvPr>
        </p:nvSpPr>
        <p:spPr>
          <a:xfrm>
            <a:off x="611188" y="333375"/>
            <a:ext cx="7772400" cy="579438"/>
          </a:xfrm>
        </p:spPr>
        <p:txBody>
          <a:bodyPr vert="horz" wrap="square" lIns="91440" tIns="45720" rIns="91440" bIns="45720" anchor="b" anchorCtr="0"/>
          <a:p>
            <a:r>
              <a:rPr lang="en-US" altLang="zh-CN" dirty="0">
                <a:solidFill>
                  <a:schemeClr val="tx1"/>
                </a:solidFill>
                <a:latin typeface="宋体" panose="02010600030101010101" pitchFamily="2" charset="-122"/>
              </a:rPr>
              <a:t>6.6.3  </a:t>
            </a:r>
            <a:r>
              <a:rPr lang="zh-CN" altLang="en-US" dirty="0">
                <a:solidFill>
                  <a:schemeClr val="tx1"/>
                </a:solidFill>
                <a:latin typeface="宋体" panose="02010600030101010101" pitchFamily="2" charset="-122"/>
              </a:rPr>
              <a:t>合作图建模步骤 （</a:t>
            </a:r>
            <a:r>
              <a:rPr lang="en-US" altLang="zh-CN" dirty="0">
                <a:solidFill>
                  <a:schemeClr val="tx1"/>
                </a:solidFill>
                <a:latin typeface="宋体" panose="02010600030101010101" pitchFamily="2" charset="-122"/>
              </a:rPr>
              <a:t>con.</a:t>
            </a:r>
            <a:r>
              <a:rPr lang="zh-CN" altLang="en-US" dirty="0">
                <a:solidFill>
                  <a:schemeClr val="tx1"/>
                </a:solidFill>
                <a:latin typeface="宋体" panose="02010600030101010101" pitchFamily="2" charset="-122"/>
              </a:rPr>
              <a:t>）</a:t>
            </a:r>
            <a:endParaRPr lang="zh-CN" altLang="en-US" dirty="0">
              <a:solidFill>
                <a:schemeClr val="tx1"/>
              </a:solidFill>
              <a:latin typeface="宋体" panose="02010600030101010101" pitchFamily="2" charset="-122"/>
            </a:endParaRPr>
          </a:p>
        </p:txBody>
      </p:sp>
      <p:pic>
        <p:nvPicPr>
          <p:cNvPr id="46086" name="Picture 5"/>
          <p:cNvPicPr>
            <a:picLocks noChangeAspect="1"/>
          </p:cNvPicPr>
          <p:nvPr/>
        </p:nvPicPr>
        <p:blipFill>
          <a:blip r:embed="rId1"/>
          <a:srcRect l="23872" t="25888" r="24042" b="22336"/>
          <a:stretch>
            <a:fillRect/>
          </a:stretch>
        </p:blipFill>
        <p:spPr>
          <a:xfrm>
            <a:off x="323850" y="1052513"/>
            <a:ext cx="7416800" cy="5319712"/>
          </a:xfrm>
          <a:prstGeom prst="rect">
            <a:avLst/>
          </a:prstGeom>
          <a:noFill/>
          <a:ln w="9525">
            <a:noFill/>
          </a:ln>
        </p:spPr>
      </p:pic>
      <p:sp>
        <p:nvSpPr>
          <p:cNvPr id="46087" name="Text Box 6"/>
          <p:cNvSpPr txBox="1"/>
          <p:nvPr/>
        </p:nvSpPr>
        <p:spPr>
          <a:xfrm>
            <a:off x="8172450" y="476250"/>
            <a:ext cx="549275" cy="6048375"/>
          </a:xfrm>
          <a:prstGeom prst="rect">
            <a:avLst/>
          </a:prstGeom>
          <a:noFill/>
          <a:ln w="9525">
            <a:noFill/>
          </a:ln>
        </p:spPr>
        <p:txBody>
          <a:bodyPr vert="eaVert">
            <a:spAutoFit/>
          </a:bodyPr>
          <a:p>
            <a:pPr eaLnBrk="1" hangingPunct="1">
              <a:spcBef>
                <a:spcPct val="50000"/>
              </a:spcBef>
            </a:pPr>
            <a:r>
              <a:rPr lang="zh-CN" altLang="en-US" sz="2400" b="1" dirty="0">
                <a:latin typeface="宋体" panose="02010600030101010101" pitchFamily="2" charset="-122"/>
              </a:rPr>
              <a:t>图</a:t>
            </a:r>
            <a:r>
              <a:rPr lang="en-US" altLang="zh-CN" sz="2400" b="1" dirty="0">
                <a:latin typeface="宋体" panose="02010600030101010101" pitchFamily="2" charset="-122"/>
              </a:rPr>
              <a:t>5-20 “</a:t>
            </a:r>
            <a:r>
              <a:rPr lang="zh-CN" altLang="en-US" sz="2400" b="1" dirty="0">
                <a:latin typeface="宋体" panose="02010600030101010101" pitchFamily="2" charset="-122"/>
              </a:rPr>
              <a:t>履约合同检查”用例的合作图</a:t>
            </a:r>
            <a:endParaRPr lang="zh-CN" altLang="en-US" sz="2400" b="1" dirty="0">
              <a:latin typeface="宋体" panose="02010600030101010101" pitchFamily="2" charset="-122"/>
            </a:endParaRPr>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6" name="日期占位符 3"/>
          <p:cNvSpPr txBox="1">
            <a:spLocks noGrp="1"/>
          </p:cNvSpPr>
          <p:nvPr>
            <p:ph type="dt" sz="half"/>
          </p:nvPr>
        </p:nvSpPr>
        <p:spPr>
          <a:xfrm>
            <a:off x="7162800" y="6381750"/>
            <a:ext cx="1981200" cy="476250"/>
          </a:xfrm>
          <a:prstGeom prst="rect">
            <a:avLst/>
          </a:prstGeom>
          <a:noFill/>
          <a:ln w="9525">
            <a:noFill/>
          </a:ln>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fld id="{BB962C8B-B14F-4D97-AF65-F5344CB8AC3E}" type="datetime1">
              <a:rPr lang="zh-CN" altLang="en-US" sz="1200" dirty="0"/>
            </a:fld>
            <a:endParaRPr lang="zh-CN" altLang="en-US" sz="1200" dirty="0"/>
          </a:p>
        </p:txBody>
      </p:sp>
      <p:sp>
        <p:nvSpPr>
          <p:cNvPr id="47107" name="灯片编号占位符 5"/>
          <p:cNvSpPr txBox="1">
            <a:spLocks noGrp="1"/>
          </p:cNvSpPr>
          <p:nvPr>
            <p:ph type="sldNum" sz="quarter" idx="10"/>
          </p:nvPr>
        </p:nvSpPr>
        <p:spPr>
          <a:xfrm>
            <a:off x="6580188" y="6313488"/>
            <a:ext cx="1905000" cy="457200"/>
          </a:xfrm>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fld id="{9A0DB2DC-4C9A-4742-B13C-FB6460FD3503}" type="slidenum">
              <a:rPr lang="zh-CN" altLang="en-US" sz="1200" dirty="0"/>
            </a:fld>
            <a:endParaRPr lang="zh-CN" altLang="en-US" sz="1200" dirty="0"/>
          </a:p>
        </p:txBody>
      </p:sp>
      <p:sp>
        <p:nvSpPr>
          <p:cNvPr id="47108" name="Rectangle 2"/>
          <p:cNvSpPr>
            <a:spLocks noGrp="1"/>
          </p:cNvSpPr>
          <p:nvPr>
            <p:ph type="title"/>
          </p:nvPr>
        </p:nvSpPr>
        <p:spPr>
          <a:xfrm>
            <a:off x="685800" y="620713"/>
            <a:ext cx="7772400" cy="579437"/>
          </a:xfrm>
        </p:spPr>
        <p:txBody>
          <a:bodyPr vert="horz" wrap="square" lIns="91440" tIns="45720" rIns="91440" bIns="45720" anchor="b" anchorCtr="0"/>
          <a:p>
            <a:r>
              <a:rPr lang="en-US" altLang="zh-CN" dirty="0">
                <a:solidFill>
                  <a:schemeClr val="tx1"/>
                </a:solidFill>
                <a:latin typeface="宋体" panose="02010600030101010101" pitchFamily="2" charset="-122"/>
              </a:rPr>
              <a:t>6.6.3  </a:t>
            </a:r>
            <a:r>
              <a:rPr lang="zh-CN" altLang="en-US" dirty="0">
                <a:solidFill>
                  <a:schemeClr val="tx1"/>
                </a:solidFill>
                <a:latin typeface="宋体" panose="02010600030101010101" pitchFamily="2" charset="-122"/>
              </a:rPr>
              <a:t>合作图建模步骤 （</a:t>
            </a:r>
            <a:r>
              <a:rPr lang="en-US" altLang="zh-CN" dirty="0">
                <a:solidFill>
                  <a:schemeClr val="tx1"/>
                </a:solidFill>
                <a:latin typeface="宋体" panose="02010600030101010101" pitchFamily="2" charset="-122"/>
              </a:rPr>
              <a:t>con.</a:t>
            </a:r>
            <a:r>
              <a:rPr lang="zh-CN" altLang="en-US" dirty="0">
                <a:solidFill>
                  <a:schemeClr val="tx1"/>
                </a:solidFill>
                <a:latin typeface="宋体" panose="02010600030101010101" pitchFamily="2" charset="-122"/>
              </a:rPr>
              <a:t>）</a:t>
            </a:r>
            <a:endParaRPr lang="zh-CN" altLang="en-US" dirty="0">
              <a:solidFill>
                <a:schemeClr val="tx1"/>
              </a:solidFill>
              <a:latin typeface="宋体" panose="02010600030101010101" pitchFamily="2" charset="-122"/>
            </a:endParaRPr>
          </a:p>
        </p:txBody>
      </p:sp>
      <p:sp>
        <p:nvSpPr>
          <p:cNvPr id="47109" name="Rectangle 3"/>
          <p:cNvSpPr>
            <a:spLocks noGrp="1"/>
          </p:cNvSpPr>
          <p:nvPr>
            <p:ph idx="1"/>
          </p:nvPr>
        </p:nvSpPr>
        <p:spPr>
          <a:xfrm>
            <a:off x="468313" y="1628775"/>
            <a:ext cx="7772400" cy="4608513"/>
          </a:xfrm>
        </p:spPr>
        <p:txBody>
          <a:bodyPr vert="horz" wrap="square" lIns="91440" tIns="45720" rIns="91440" bIns="45720" anchor="t" anchorCtr="0"/>
          <a:p>
            <a:pPr>
              <a:lnSpc>
                <a:spcPct val="90000"/>
              </a:lnSpc>
              <a:buFontTx/>
              <a:buNone/>
            </a:pPr>
            <a:r>
              <a:rPr lang="en-US" altLang="zh-CN" sz="3200" b="1" dirty="0">
                <a:latin typeface="宋体" panose="02010600030101010101" pitchFamily="2" charset="-122"/>
              </a:rPr>
              <a:t>3</a:t>
            </a:r>
            <a:r>
              <a:rPr lang="zh-CN" altLang="en-US" sz="3200" b="1" dirty="0">
                <a:latin typeface="宋体" panose="02010600030101010101" pitchFamily="2" charset="-122"/>
              </a:rPr>
              <a:t>．链接与消息传递</a:t>
            </a:r>
            <a:endParaRPr lang="zh-CN" altLang="en-US" sz="3200" b="1" dirty="0">
              <a:latin typeface="宋体" panose="02010600030101010101" pitchFamily="2" charset="-122"/>
            </a:endParaRPr>
          </a:p>
          <a:p>
            <a:pPr lvl="1">
              <a:lnSpc>
                <a:spcPct val="90000"/>
              </a:lnSpc>
              <a:buNone/>
            </a:pPr>
            <a:r>
              <a:rPr lang="zh-CN" altLang="en-US" sz="2800" b="1" dirty="0">
                <a:latin typeface="宋体" panose="02010600030101010101" pitchFamily="2" charset="-122"/>
              </a:rPr>
              <a:t>（</a:t>
            </a:r>
            <a:r>
              <a:rPr lang="en-US" altLang="zh-CN" sz="2800" b="1" dirty="0">
                <a:latin typeface="宋体" panose="02010600030101010101" pitchFamily="2" charset="-122"/>
              </a:rPr>
              <a:t>1</a:t>
            </a:r>
            <a:r>
              <a:rPr lang="zh-CN" altLang="en-US" sz="2800" b="1" dirty="0">
                <a:latin typeface="宋体" panose="02010600030101010101" pitchFamily="2" charset="-122"/>
              </a:rPr>
              <a:t>）标明对象之间的链接；</a:t>
            </a:r>
            <a:endParaRPr lang="zh-CN" altLang="en-US" sz="2800" b="1" dirty="0">
              <a:latin typeface="宋体" panose="02010600030101010101" pitchFamily="2" charset="-122"/>
            </a:endParaRPr>
          </a:p>
          <a:p>
            <a:pPr lvl="1">
              <a:lnSpc>
                <a:spcPct val="90000"/>
              </a:lnSpc>
              <a:buNone/>
            </a:pPr>
            <a:r>
              <a:rPr lang="zh-CN" altLang="en-US" sz="2800" b="1" dirty="0">
                <a:latin typeface="宋体" panose="02010600030101010101" pitchFamily="2" charset="-122"/>
              </a:rPr>
              <a:t>（</a:t>
            </a:r>
            <a:r>
              <a:rPr lang="en-US" altLang="zh-CN" sz="2800" b="1" dirty="0">
                <a:latin typeface="宋体" panose="02010600030101010101" pitchFamily="2" charset="-122"/>
              </a:rPr>
              <a:t>2</a:t>
            </a:r>
            <a:r>
              <a:rPr lang="zh-CN" altLang="en-US" sz="2800" b="1" dirty="0">
                <a:latin typeface="宋体" panose="02010600030101010101" pitchFamily="2" charset="-122"/>
              </a:rPr>
              <a:t>）在链接上标明消息的序号；</a:t>
            </a:r>
            <a:endParaRPr lang="zh-CN" altLang="en-US" sz="2800" b="1" dirty="0">
              <a:latin typeface="宋体" panose="02010600030101010101" pitchFamily="2" charset="-122"/>
            </a:endParaRPr>
          </a:p>
          <a:p>
            <a:pPr lvl="1">
              <a:lnSpc>
                <a:spcPct val="90000"/>
              </a:lnSpc>
              <a:buNone/>
            </a:pPr>
            <a:r>
              <a:rPr lang="zh-CN" altLang="en-US" sz="2800" b="1" dirty="0">
                <a:latin typeface="宋体" panose="02010600030101010101" pitchFamily="2" charset="-122"/>
              </a:rPr>
              <a:t>（</a:t>
            </a:r>
            <a:r>
              <a:rPr lang="en-US" altLang="zh-CN" sz="2800" b="1" dirty="0">
                <a:latin typeface="宋体" panose="02010600030101010101" pitchFamily="2" charset="-122"/>
              </a:rPr>
              <a:t>3</a:t>
            </a:r>
            <a:r>
              <a:rPr lang="zh-CN" altLang="en-US" sz="2800" b="1" dirty="0">
                <a:latin typeface="宋体" panose="02010600030101010101" pitchFamily="2" charset="-122"/>
              </a:rPr>
              <a:t>）在消息箭头线上标出消息标签的内容、</a:t>
            </a:r>
            <a:endParaRPr lang="zh-CN" altLang="en-US" sz="2800" b="1" dirty="0">
              <a:latin typeface="宋体" panose="02010600030101010101" pitchFamily="2" charset="-122"/>
            </a:endParaRPr>
          </a:p>
          <a:p>
            <a:pPr lvl="1">
              <a:lnSpc>
                <a:spcPct val="90000"/>
              </a:lnSpc>
              <a:buNone/>
            </a:pPr>
            <a:r>
              <a:rPr lang="zh-CN" altLang="en-US" sz="2800" b="1" dirty="0">
                <a:latin typeface="宋体" panose="02010600030101010101" pitchFamily="2" charset="-122"/>
              </a:rPr>
              <a:t>     约束或构造型；</a:t>
            </a:r>
            <a:endParaRPr lang="zh-CN" altLang="en-US" sz="2800" b="1" dirty="0">
              <a:latin typeface="宋体" panose="02010600030101010101" pitchFamily="2" charset="-122"/>
            </a:endParaRPr>
          </a:p>
          <a:p>
            <a:pPr lvl="1">
              <a:lnSpc>
                <a:spcPct val="90000"/>
              </a:lnSpc>
              <a:buNone/>
            </a:pPr>
            <a:r>
              <a:rPr lang="zh-CN" altLang="en-US" sz="2800" b="1" dirty="0">
                <a:latin typeface="宋体" panose="02010600030101010101" pitchFamily="2" charset="-122"/>
              </a:rPr>
              <a:t>（</a:t>
            </a:r>
            <a:r>
              <a:rPr lang="en-US" altLang="zh-CN" sz="2800" b="1" dirty="0">
                <a:latin typeface="宋体" panose="02010600030101010101" pitchFamily="2" charset="-122"/>
              </a:rPr>
              <a:t>4</a:t>
            </a:r>
            <a:r>
              <a:rPr lang="zh-CN" altLang="en-US" sz="2800" b="1" dirty="0">
                <a:latin typeface="宋体" panose="02010600030101010101" pitchFamily="2" charset="-122"/>
              </a:rPr>
              <a:t>）区别同步消息和异步消息的图标表示</a:t>
            </a:r>
            <a:endParaRPr lang="zh-CN" altLang="en-US" sz="2800" b="1" dirty="0">
              <a:latin typeface="宋体" panose="02010600030101010101" pitchFamily="2" charset="-122"/>
            </a:endParaRPr>
          </a:p>
          <a:p>
            <a:pPr lvl="1">
              <a:lnSpc>
                <a:spcPct val="90000"/>
              </a:lnSpc>
              <a:buNone/>
            </a:pPr>
            <a:r>
              <a:rPr lang="zh-CN" altLang="en-US" sz="2800" b="1" dirty="0">
                <a:latin typeface="宋体" panose="02010600030101010101" pitchFamily="2" charset="-122"/>
              </a:rPr>
              <a:t>     符；</a:t>
            </a:r>
            <a:endParaRPr lang="zh-CN" altLang="en-US" sz="2800" b="1" dirty="0">
              <a:latin typeface="宋体" panose="02010600030101010101" pitchFamily="2" charset="-122"/>
            </a:endParaRPr>
          </a:p>
          <a:p>
            <a:pPr lvl="1">
              <a:lnSpc>
                <a:spcPct val="90000"/>
              </a:lnSpc>
              <a:buNone/>
            </a:pPr>
            <a:r>
              <a:rPr lang="zh-CN" altLang="en-US" sz="2800" b="1" dirty="0">
                <a:latin typeface="宋体" panose="02010600030101010101" pitchFamily="2" charset="-122"/>
              </a:rPr>
              <a:t>（</a:t>
            </a:r>
            <a:r>
              <a:rPr lang="en-US" altLang="zh-CN" sz="2800" b="1" dirty="0">
                <a:latin typeface="宋体" panose="02010600030101010101" pitchFamily="2" charset="-122"/>
              </a:rPr>
              <a:t>5</a:t>
            </a:r>
            <a:r>
              <a:rPr lang="zh-CN" altLang="en-US" sz="2800" b="1" dirty="0">
                <a:latin typeface="宋体" panose="02010600030101010101" pitchFamily="2" charset="-122"/>
              </a:rPr>
              <a:t>）合作图从初始对象开始，到其终止对象</a:t>
            </a:r>
            <a:endParaRPr lang="zh-CN" altLang="en-US" sz="2800" b="1" dirty="0">
              <a:latin typeface="宋体" panose="02010600030101010101" pitchFamily="2" charset="-122"/>
            </a:endParaRPr>
          </a:p>
          <a:p>
            <a:pPr lvl="1">
              <a:lnSpc>
                <a:spcPct val="90000"/>
              </a:lnSpc>
              <a:buNone/>
            </a:pPr>
            <a:r>
              <a:rPr lang="zh-CN" altLang="en-US" sz="2800" b="1" dirty="0">
                <a:latin typeface="宋体" panose="02010600030101010101" pitchFamily="2" charset="-122"/>
              </a:rPr>
              <a:t>     结束。</a:t>
            </a:r>
            <a:endParaRPr lang="zh-CN" altLang="en-US" sz="2800" b="1" dirty="0">
              <a:latin typeface="宋体" panose="02010600030101010101" pitchFamily="2" charset="-122"/>
            </a:endParaRPr>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30" name="日期占位符 3"/>
          <p:cNvSpPr txBox="1">
            <a:spLocks noGrp="1"/>
          </p:cNvSpPr>
          <p:nvPr>
            <p:ph type="dt" sz="half"/>
          </p:nvPr>
        </p:nvSpPr>
        <p:spPr>
          <a:xfrm>
            <a:off x="7162800" y="6381750"/>
            <a:ext cx="1981200" cy="476250"/>
          </a:xfrm>
          <a:prstGeom prst="rect">
            <a:avLst/>
          </a:prstGeom>
          <a:noFill/>
          <a:ln w="9525">
            <a:noFill/>
          </a:ln>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fld id="{BB962C8B-B14F-4D97-AF65-F5344CB8AC3E}" type="datetime1">
              <a:rPr lang="zh-CN" altLang="en-US" sz="1200" dirty="0"/>
            </a:fld>
            <a:endParaRPr lang="zh-CN" altLang="en-US" sz="1200" dirty="0"/>
          </a:p>
        </p:txBody>
      </p:sp>
      <p:sp>
        <p:nvSpPr>
          <p:cNvPr id="48131" name="灯片编号占位符 5"/>
          <p:cNvSpPr txBox="1">
            <a:spLocks noGrp="1"/>
          </p:cNvSpPr>
          <p:nvPr>
            <p:ph type="sldNum" sz="quarter" idx="10"/>
          </p:nvPr>
        </p:nvSpPr>
        <p:spPr>
          <a:xfrm>
            <a:off x="6580188" y="6313488"/>
            <a:ext cx="1905000" cy="457200"/>
          </a:xfrm>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fld id="{9A0DB2DC-4C9A-4742-B13C-FB6460FD3503}" type="slidenum">
              <a:rPr lang="zh-CN" altLang="en-US" sz="1200" dirty="0"/>
            </a:fld>
            <a:endParaRPr lang="zh-CN" altLang="en-US" sz="1200" dirty="0"/>
          </a:p>
        </p:txBody>
      </p:sp>
      <p:sp>
        <p:nvSpPr>
          <p:cNvPr id="48132" name="Rectangle 2"/>
          <p:cNvSpPr>
            <a:spLocks noGrp="1"/>
          </p:cNvSpPr>
          <p:nvPr>
            <p:ph type="title"/>
          </p:nvPr>
        </p:nvSpPr>
        <p:spPr>
          <a:xfrm>
            <a:off x="539750" y="404813"/>
            <a:ext cx="7772400" cy="579437"/>
          </a:xfrm>
        </p:spPr>
        <p:txBody>
          <a:bodyPr vert="horz" wrap="square" lIns="91440" tIns="45720" rIns="91440" bIns="45720" anchor="b" anchorCtr="0"/>
          <a:p>
            <a:r>
              <a:rPr lang="en-US" altLang="zh-CN" dirty="0">
                <a:solidFill>
                  <a:schemeClr val="tx1"/>
                </a:solidFill>
                <a:latin typeface="宋体" panose="02010600030101010101" pitchFamily="2" charset="-122"/>
              </a:rPr>
              <a:t>6.6.3  </a:t>
            </a:r>
            <a:r>
              <a:rPr lang="zh-CN" altLang="en-US" dirty="0">
                <a:solidFill>
                  <a:schemeClr val="tx1"/>
                </a:solidFill>
                <a:latin typeface="宋体" panose="02010600030101010101" pitchFamily="2" charset="-122"/>
              </a:rPr>
              <a:t>合作图建模步骤 （</a:t>
            </a:r>
            <a:r>
              <a:rPr lang="en-US" altLang="zh-CN" dirty="0">
                <a:solidFill>
                  <a:schemeClr val="tx1"/>
                </a:solidFill>
                <a:latin typeface="宋体" panose="02010600030101010101" pitchFamily="2" charset="-122"/>
              </a:rPr>
              <a:t>con.</a:t>
            </a:r>
            <a:r>
              <a:rPr lang="zh-CN" altLang="en-US" dirty="0">
                <a:solidFill>
                  <a:schemeClr val="tx1"/>
                </a:solidFill>
                <a:latin typeface="宋体" panose="02010600030101010101" pitchFamily="2" charset="-122"/>
              </a:rPr>
              <a:t>）</a:t>
            </a:r>
            <a:endParaRPr lang="zh-CN" altLang="en-US" dirty="0">
              <a:solidFill>
                <a:schemeClr val="tx1"/>
              </a:solidFill>
              <a:latin typeface="宋体" panose="02010600030101010101" pitchFamily="2" charset="-122"/>
            </a:endParaRPr>
          </a:p>
        </p:txBody>
      </p:sp>
      <p:sp>
        <p:nvSpPr>
          <p:cNvPr id="48133" name="Rectangle 3"/>
          <p:cNvSpPr>
            <a:spLocks noGrp="1"/>
          </p:cNvSpPr>
          <p:nvPr>
            <p:ph idx="1"/>
          </p:nvPr>
        </p:nvSpPr>
        <p:spPr>
          <a:xfrm>
            <a:off x="684213" y="5805488"/>
            <a:ext cx="7772400" cy="576262"/>
          </a:xfrm>
        </p:spPr>
        <p:txBody>
          <a:bodyPr vert="horz" wrap="square" lIns="91440" tIns="45720" rIns="91440" bIns="45720" anchor="t" anchorCtr="0"/>
          <a:p>
            <a:pPr algn="ctr">
              <a:buFontTx/>
              <a:buNone/>
            </a:pPr>
            <a:r>
              <a:rPr lang="zh-CN" altLang="en-US" sz="2400" b="1" dirty="0">
                <a:latin typeface="宋体" panose="02010600030101010101" pitchFamily="2" charset="-122"/>
              </a:rPr>
              <a:t>图</a:t>
            </a:r>
            <a:r>
              <a:rPr lang="en-US" altLang="zh-CN" sz="2400" b="1" dirty="0">
                <a:latin typeface="宋体" panose="02010600030101010101" pitchFamily="2" charset="-122"/>
              </a:rPr>
              <a:t>5-21 “</a:t>
            </a:r>
            <a:r>
              <a:rPr lang="zh-CN" altLang="en-US" sz="2400" b="1" dirty="0">
                <a:latin typeface="宋体" panose="02010600030101010101" pitchFamily="2" charset="-122"/>
              </a:rPr>
              <a:t>履约合同检查”用例的顺序图</a:t>
            </a:r>
            <a:endParaRPr lang="zh-CN" altLang="en-US" sz="2400" b="1" dirty="0">
              <a:latin typeface="宋体" panose="02010600030101010101" pitchFamily="2" charset="-122"/>
            </a:endParaRPr>
          </a:p>
        </p:txBody>
      </p:sp>
      <p:pic>
        <p:nvPicPr>
          <p:cNvPr id="48134" name="Picture 5"/>
          <p:cNvPicPr>
            <a:picLocks noChangeAspect="1"/>
          </p:cNvPicPr>
          <p:nvPr/>
        </p:nvPicPr>
        <p:blipFill>
          <a:blip r:embed="rId1"/>
          <a:srcRect l="15192" t="25888" r="21872" b="24925"/>
          <a:stretch>
            <a:fillRect/>
          </a:stretch>
        </p:blipFill>
        <p:spPr>
          <a:xfrm>
            <a:off x="395288" y="981075"/>
            <a:ext cx="8424862" cy="4799013"/>
          </a:xfrm>
          <a:prstGeom prst="rect">
            <a:avLst/>
          </a:prstGeom>
          <a:noFill/>
          <a:ln w="9525">
            <a:noFill/>
          </a:ln>
        </p:spPr>
      </p:pic>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4" name="日期占位符 3"/>
          <p:cNvSpPr txBox="1">
            <a:spLocks noGrp="1"/>
          </p:cNvSpPr>
          <p:nvPr>
            <p:ph type="dt" sz="half"/>
          </p:nvPr>
        </p:nvSpPr>
        <p:spPr>
          <a:xfrm>
            <a:off x="7162800" y="6381750"/>
            <a:ext cx="1981200" cy="476250"/>
          </a:xfrm>
          <a:prstGeom prst="rect">
            <a:avLst/>
          </a:prstGeom>
          <a:noFill/>
          <a:ln w="9525">
            <a:noFill/>
          </a:ln>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fld id="{BB962C8B-B14F-4D97-AF65-F5344CB8AC3E}" type="datetime1">
              <a:rPr lang="zh-CN" altLang="en-US" sz="1200" dirty="0"/>
            </a:fld>
            <a:endParaRPr lang="zh-CN" altLang="en-US" sz="1200" dirty="0"/>
          </a:p>
        </p:txBody>
      </p:sp>
      <p:sp>
        <p:nvSpPr>
          <p:cNvPr id="49155" name="灯片编号占位符 5"/>
          <p:cNvSpPr txBox="1">
            <a:spLocks noGrp="1"/>
          </p:cNvSpPr>
          <p:nvPr>
            <p:ph type="sldNum" sz="quarter" idx="10"/>
          </p:nvPr>
        </p:nvSpPr>
        <p:spPr>
          <a:xfrm>
            <a:off x="-317" y="6400483"/>
            <a:ext cx="1905000" cy="457200"/>
          </a:xfrm>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l" eaLnBrk="1" hangingPunct="1"/>
            <a:fld id="{9A0DB2DC-4C9A-4742-B13C-FB6460FD3503}" type="slidenum">
              <a:rPr lang="zh-CN" altLang="en-US" sz="1200" dirty="0"/>
            </a:fld>
            <a:endParaRPr lang="zh-CN" altLang="en-US" sz="1200" dirty="0"/>
          </a:p>
        </p:txBody>
      </p:sp>
      <p:sp>
        <p:nvSpPr>
          <p:cNvPr id="2" name="标题 1"/>
          <p:cNvSpPr>
            <a:spLocks noGrp="1"/>
          </p:cNvSpPr>
          <p:nvPr>
            <p:ph type="title"/>
          </p:nvPr>
        </p:nvSpPr>
        <p:spPr bwMode="auto">
          <a:xfrm>
            <a:off x="611505" y="102235"/>
            <a:ext cx="8001000" cy="1216025"/>
          </a:xfrm>
          <a:effectLst/>
          <a:sp3d prstMaterial="plastic"/>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scene3d>
              <a:camera prst="orthographicFront"/>
              <a:lightRig rig="threePt" dir="t"/>
            </a:scene3d>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4000" b="0" i="0" u="none" strike="noStrike" kern="0" cap="none" spc="0" normalizeH="0" baseline="0" noProof="1">
                <a:ln w="22225">
                  <a:solidFill>
                    <a:schemeClr val="accent2"/>
                  </a:solidFill>
                  <a:prstDash val="solid"/>
                </a:ln>
                <a:solidFill>
                  <a:schemeClr val="accent2">
                    <a:lumMod val="40000"/>
                    <a:lumOff val="60000"/>
                  </a:schemeClr>
                </a:solidFill>
                <a:effectLst/>
                <a:uLnTx/>
                <a:uFillTx/>
                <a:latin typeface="+mj-lt"/>
                <a:ea typeface="+mj-ea"/>
                <a:cs typeface="+mj-cs"/>
              </a:rPr>
              <a:t>本讲小结：</a:t>
            </a:r>
            <a:endParaRPr kumimoji="0" lang="zh-CN" altLang="en-US" sz="4000" b="0" i="0" u="none" strike="noStrike" kern="0" cap="none" spc="0" normalizeH="0" baseline="0" noProof="1">
              <a:ln w="22225">
                <a:solidFill>
                  <a:schemeClr val="accent2"/>
                </a:solidFill>
                <a:prstDash val="solid"/>
              </a:ln>
              <a:solidFill>
                <a:schemeClr val="accent2">
                  <a:lumMod val="40000"/>
                  <a:lumOff val="60000"/>
                </a:schemeClr>
              </a:solidFill>
              <a:effectLst/>
              <a:uLnTx/>
              <a:uFillTx/>
              <a:latin typeface="+mj-lt"/>
              <a:ea typeface="+mj-ea"/>
              <a:cs typeface="+mj-cs"/>
            </a:endParaRPr>
          </a:p>
        </p:txBody>
      </p:sp>
      <p:sp>
        <p:nvSpPr>
          <p:cNvPr id="49157" name="标题 1"/>
          <p:cNvSpPr/>
          <p:nvPr/>
        </p:nvSpPr>
        <p:spPr>
          <a:xfrm>
            <a:off x="340360" y="1425575"/>
            <a:ext cx="8272780" cy="4867910"/>
          </a:xfrm>
          <a:prstGeom prst="rect">
            <a:avLst/>
          </a:prstGeom>
          <a:solidFill>
            <a:srgbClr val="FFFFCC"/>
          </a:solidFill>
          <a:ln w="9525">
            <a:noFill/>
          </a:ln>
        </p:spPr>
        <p:txBody>
          <a:bodyPr anchor="b" anchorCtr="0"/>
          <a:p>
            <a:pPr>
              <a:lnSpc>
                <a:spcPct val="115000"/>
              </a:lnSpc>
            </a:pPr>
            <a:r>
              <a:rPr lang="en-US" altLang="zh-CN" sz="2400" dirty="0">
                <a:solidFill>
                  <a:srgbClr val="002060"/>
                </a:solidFill>
                <a:latin typeface="微软雅黑 Light" panose="020B0502040204020203" charset="-122"/>
                <a:ea typeface="微软雅黑 Light" panose="020B0502040204020203" charset="-122"/>
                <a:cs typeface="微软雅黑 Light" panose="020B0502040204020203" charset="-122"/>
              </a:rPr>
              <a:t>      </a:t>
            </a:r>
            <a:r>
              <a:rPr lang="zh-CN" altLang="en-US" sz="2400" dirty="0">
                <a:solidFill>
                  <a:srgbClr val="002060"/>
                </a:solidFill>
                <a:latin typeface="微软雅黑 Light" panose="020B0502040204020203" charset="-122"/>
                <a:ea typeface="微软雅黑 Light" panose="020B0502040204020203" charset="-122"/>
                <a:cs typeface="微软雅黑 Light" panose="020B0502040204020203" charset="-122"/>
              </a:rPr>
              <a:t>在面向对象系统分析与设计中，</a:t>
            </a:r>
            <a:r>
              <a:rPr lang="zh-CN" altLang="en-US" sz="2400" dirty="0">
                <a:solidFill>
                  <a:srgbClr val="FF0000"/>
                </a:solidFill>
                <a:latin typeface="微软雅黑 Light" panose="020B0502040204020203" charset="-122"/>
                <a:ea typeface="微软雅黑 Light" panose="020B0502040204020203" charset="-122"/>
                <a:cs typeface="微软雅黑 Light" panose="020B0502040204020203" charset="-122"/>
              </a:rPr>
              <a:t>动态建模</a:t>
            </a:r>
            <a:r>
              <a:rPr lang="zh-CN" altLang="en-US" sz="2400" dirty="0">
                <a:solidFill>
                  <a:srgbClr val="002060"/>
                </a:solidFill>
                <a:latin typeface="微软雅黑 Light" panose="020B0502040204020203" charset="-122"/>
                <a:ea typeface="微软雅黑 Light" panose="020B0502040204020203" charset="-122"/>
                <a:cs typeface="微软雅黑 Light" panose="020B0502040204020203" charset="-122"/>
              </a:rPr>
              <a:t>是用来描述系统的动态行为，显示对象在系统运行期间不同时刻的动态交互。</a:t>
            </a:r>
            <a:endParaRPr lang="zh-CN" altLang="en-US" sz="2400" dirty="0">
              <a:solidFill>
                <a:srgbClr val="002060"/>
              </a:solidFill>
              <a:latin typeface="微软雅黑 Light" panose="020B0502040204020203" charset="-122"/>
              <a:ea typeface="微软雅黑 Light" panose="020B0502040204020203" charset="-122"/>
              <a:cs typeface="微软雅黑 Light" panose="020B0502040204020203" charset="-122"/>
            </a:endParaRPr>
          </a:p>
          <a:p>
            <a:pPr>
              <a:lnSpc>
                <a:spcPct val="115000"/>
              </a:lnSpc>
            </a:pPr>
            <a:r>
              <a:rPr lang="en-US" altLang="zh-CN" sz="2400" dirty="0">
                <a:solidFill>
                  <a:srgbClr val="002060"/>
                </a:solidFill>
                <a:latin typeface="微软雅黑 Light" panose="020B0502040204020203" charset="-122"/>
                <a:ea typeface="微软雅黑 Light" panose="020B0502040204020203" charset="-122"/>
                <a:cs typeface="微软雅黑 Light" panose="020B0502040204020203" charset="-122"/>
              </a:rPr>
              <a:t>     </a:t>
            </a:r>
            <a:r>
              <a:rPr lang="zh-CN" altLang="en-US" sz="2400" dirty="0">
                <a:solidFill>
                  <a:srgbClr val="002060"/>
                </a:solidFill>
                <a:latin typeface="微软雅黑 Light" panose="020B0502040204020203" charset="-122"/>
                <a:ea typeface="微软雅黑 Light" panose="020B0502040204020203" charset="-122"/>
                <a:cs typeface="微软雅黑 Light" panose="020B0502040204020203" charset="-122"/>
              </a:rPr>
              <a:t>本讲给出了软件开发过程中</a:t>
            </a:r>
            <a:r>
              <a:rPr lang="zh-CN" altLang="en-US" sz="2400" dirty="0">
                <a:solidFill>
                  <a:srgbClr val="FF0000"/>
                </a:solidFill>
                <a:latin typeface="微软雅黑 Light" panose="020B0502040204020203" charset="-122"/>
                <a:ea typeface="微软雅黑 Light" panose="020B0502040204020203" charset="-122"/>
                <a:cs typeface="微软雅黑 Light" panose="020B0502040204020203" charset="-122"/>
              </a:rPr>
              <a:t>系统设计规格说明报告</a:t>
            </a:r>
            <a:r>
              <a:rPr lang="zh-CN" altLang="en-US" sz="2400" dirty="0">
                <a:solidFill>
                  <a:srgbClr val="002060"/>
                </a:solidFill>
                <a:latin typeface="微软雅黑 Light" panose="020B0502040204020203" charset="-122"/>
                <a:ea typeface="微软雅黑 Light" panose="020B0502040204020203" charset="-122"/>
                <a:cs typeface="微软雅黑 Light" panose="020B0502040204020203" charset="-122"/>
              </a:rPr>
              <a:t>的基本目录内容，在</a:t>
            </a:r>
            <a:r>
              <a:rPr lang="en-US" altLang="zh-CN" sz="2400" dirty="0">
                <a:solidFill>
                  <a:srgbClr val="002060"/>
                </a:solidFill>
                <a:latin typeface="微软雅黑 Light" panose="020B0502040204020203" charset="-122"/>
                <a:ea typeface="微软雅黑 Light" panose="020B0502040204020203" charset="-122"/>
                <a:cs typeface="微软雅黑 Light" panose="020B0502040204020203" charset="-122"/>
              </a:rPr>
              <a:t>UML</a:t>
            </a:r>
            <a:r>
              <a:rPr lang="zh-CN" altLang="en-US" sz="2400" dirty="0">
                <a:solidFill>
                  <a:srgbClr val="002060"/>
                </a:solidFill>
                <a:latin typeface="微软雅黑 Light" panose="020B0502040204020203" charset="-122"/>
                <a:ea typeface="微软雅黑 Light" panose="020B0502040204020203" charset="-122"/>
                <a:cs typeface="微软雅黑 Light" panose="020B0502040204020203" charset="-122"/>
              </a:rPr>
              <a:t>中采用</a:t>
            </a:r>
            <a:r>
              <a:rPr lang="zh-CN" altLang="en-US" sz="2400" dirty="0">
                <a:solidFill>
                  <a:srgbClr val="FF0000"/>
                </a:solidFill>
                <a:latin typeface="微软雅黑 Light" panose="020B0502040204020203" charset="-122"/>
                <a:ea typeface="微软雅黑 Light" panose="020B0502040204020203" charset="-122"/>
                <a:cs typeface="微软雅黑 Light" panose="020B0502040204020203" charset="-122"/>
              </a:rPr>
              <a:t>顺序图、合作图、状态图</a:t>
            </a:r>
            <a:r>
              <a:rPr lang="zh-CN" altLang="en-US" sz="2400" dirty="0">
                <a:solidFill>
                  <a:srgbClr val="002060"/>
                </a:solidFill>
                <a:latin typeface="微软雅黑 Light" panose="020B0502040204020203" charset="-122"/>
                <a:ea typeface="微软雅黑 Light" panose="020B0502040204020203" charset="-122"/>
                <a:cs typeface="微软雅黑 Light" panose="020B0502040204020203" charset="-122"/>
              </a:rPr>
              <a:t>和活</a:t>
            </a:r>
            <a:r>
              <a:rPr lang="zh-CN" altLang="en-US" sz="2400" dirty="0">
                <a:solidFill>
                  <a:srgbClr val="FF0000"/>
                </a:solidFill>
                <a:latin typeface="微软雅黑 Light" panose="020B0502040204020203" charset="-122"/>
                <a:ea typeface="微软雅黑 Light" panose="020B0502040204020203" charset="-122"/>
                <a:cs typeface="微软雅黑 Light" panose="020B0502040204020203" charset="-122"/>
              </a:rPr>
              <a:t>动图</a:t>
            </a:r>
            <a:r>
              <a:rPr lang="zh-CN" altLang="en-US" sz="2400" dirty="0">
                <a:solidFill>
                  <a:srgbClr val="002060"/>
                </a:solidFill>
                <a:latin typeface="微软雅黑 Light" panose="020B0502040204020203" charset="-122"/>
                <a:ea typeface="微软雅黑 Light" panose="020B0502040204020203" charset="-122"/>
                <a:cs typeface="微软雅黑 Light" panose="020B0502040204020203" charset="-122"/>
              </a:rPr>
              <a:t>来建立动态模型</a:t>
            </a:r>
            <a:r>
              <a:rPr lang="en-US" altLang="zh-CN" sz="2400" dirty="0">
                <a:solidFill>
                  <a:srgbClr val="002060"/>
                </a:solidFill>
                <a:latin typeface="微软雅黑 Light" panose="020B0502040204020203" charset="-122"/>
                <a:ea typeface="微软雅黑 Light" panose="020B0502040204020203" charset="-122"/>
                <a:cs typeface="微软雅黑 Light" panose="020B0502040204020203" charset="-122"/>
              </a:rPr>
              <a:t>,</a:t>
            </a:r>
            <a:r>
              <a:rPr lang="zh-CN" altLang="en-US" sz="2400" dirty="0">
                <a:solidFill>
                  <a:srgbClr val="002060"/>
                </a:solidFill>
                <a:latin typeface="微软雅黑 Light" panose="020B0502040204020203" charset="-122"/>
                <a:ea typeface="微软雅黑 Light" panose="020B0502040204020203" charset="-122"/>
                <a:cs typeface="微软雅黑 Light" panose="020B0502040204020203" charset="-122"/>
              </a:rPr>
              <a:t>顺序图和合作图是用来表达对象之间的交互，是描述一组对象如何合作完成某个行为的模型化工具，主要用于对用例图中控制流的建模，用他们来描述用例的行为（功能），他们有共同的模型元素：对象、消息、连接等。用这些模型元素表示某个用例中的若干个实例对象和对象之间所传递的消息对系统的行为建模。</a:t>
            </a:r>
            <a:endParaRPr lang="zh-CN" altLang="en-US" sz="2400" dirty="0">
              <a:solidFill>
                <a:srgbClr val="002060"/>
              </a:solidFill>
              <a:latin typeface="微软雅黑 Light" panose="020B0502040204020203" charset="-122"/>
              <a:ea typeface="微软雅黑 Light" panose="020B0502040204020203" charset="-122"/>
              <a:cs typeface="微软雅黑 Light" panose="020B0502040204020203" charset="-122"/>
            </a:endParaRPr>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4" name="日期占位符 3"/>
          <p:cNvSpPr txBox="1">
            <a:spLocks noGrp="1"/>
          </p:cNvSpPr>
          <p:nvPr>
            <p:ph type="dt" sz="half"/>
          </p:nvPr>
        </p:nvSpPr>
        <p:spPr>
          <a:xfrm>
            <a:off x="7162800" y="6381750"/>
            <a:ext cx="1981200" cy="476250"/>
          </a:xfrm>
          <a:prstGeom prst="rect">
            <a:avLst/>
          </a:prstGeom>
          <a:noFill/>
          <a:ln w="9525">
            <a:noFill/>
          </a:ln>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fld id="{BB962C8B-B14F-4D97-AF65-F5344CB8AC3E}" type="datetime1">
              <a:rPr lang="zh-CN" altLang="en-US" sz="1200" dirty="0"/>
            </a:fld>
            <a:endParaRPr lang="zh-CN" altLang="en-US" sz="1200" dirty="0"/>
          </a:p>
        </p:txBody>
      </p:sp>
      <p:sp>
        <p:nvSpPr>
          <p:cNvPr id="49155" name="灯片编号占位符 5"/>
          <p:cNvSpPr txBox="1">
            <a:spLocks noGrp="1"/>
          </p:cNvSpPr>
          <p:nvPr>
            <p:ph type="sldNum" sz="quarter" idx="10"/>
          </p:nvPr>
        </p:nvSpPr>
        <p:spPr>
          <a:xfrm>
            <a:off x="-317" y="6400483"/>
            <a:ext cx="1905000" cy="457200"/>
          </a:xfrm>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l" eaLnBrk="1" hangingPunct="1"/>
            <a:fld id="{9A0DB2DC-4C9A-4742-B13C-FB6460FD3503}" type="slidenum">
              <a:rPr lang="zh-CN" altLang="en-US" sz="1200" dirty="0"/>
            </a:fld>
            <a:endParaRPr lang="zh-CN" altLang="en-US" sz="1200" dirty="0"/>
          </a:p>
        </p:txBody>
      </p:sp>
      <p:sp>
        <p:nvSpPr>
          <p:cNvPr id="2" name="标题 1"/>
          <p:cNvSpPr>
            <a:spLocks noGrp="1"/>
          </p:cNvSpPr>
          <p:nvPr>
            <p:ph type="title"/>
          </p:nvPr>
        </p:nvSpPr>
        <p:spPr bwMode="auto">
          <a:xfrm>
            <a:off x="611505" y="332105"/>
            <a:ext cx="8001000" cy="1216025"/>
          </a:xfrm>
          <a:effectLst/>
          <a:sp3d prstMaterial="plastic"/>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scene3d>
              <a:camera prst="orthographicFront"/>
              <a:lightRig rig="threePt" dir="t"/>
            </a:scene3d>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4000" b="0" i="0" u="none" strike="noStrike" kern="0" cap="none" spc="0" normalizeH="0" baseline="0" noProof="1">
                <a:ln w="22225">
                  <a:solidFill>
                    <a:schemeClr val="accent2"/>
                  </a:solidFill>
                  <a:prstDash val="solid"/>
                </a:ln>
                <a:solidFill>
                  <a:schemeClr val="accent2">
                    <a:lumMod val="40000"/>
                    <a:lumOff val="60000"/>
                  </a:schemeClr>
                </a:solidFill>
                <a:effectLst/>
                <a:uLnTx/>
                <a:uFillTx/>
                <a:latin typeface="+mj-lt"/>
                <a:ea typeface="+mj-ea"/>
                <a:cs typeface="+mj-cs"/>
              </a:rPr>
              <a:t>作业：</a:t>
            </a:r>
            <a:endParaRPr kumimoji="0" lang="zh-CN" altLang="en-US" sz="4000" b="0" i="0" u="none" strike="noStrike" kern="0" cap="none" spc="0" normalizeH="0" baseline="0" noProof="1">
              <a:ln w="22225">
                <a:solidFill>
                  <a:schemeClr val="accent2"/>
                </a:solidFill>
                <a:prstDash val="solid"/>
              </a:ln>
              <a:solidFill>
                <a:schemeClr val="accent2">
                  <a:lumMod val="40000"/>
                  <a:lumOff val="60000"/>
                </a:schemeClr>
              </a:solidFill>
              <a:effectLst/>
              <a:uLnTx/>
              <a:uFillTx/>
              <a:latin typeface="+mj-lt"/>
              <a:ea typeface="+mj-ea"/>
              <a:cs typeface="+mj-cs"/>
            </a:endParaRPr>
          </a:p>
        </p:txBody>
      </p:sp>
      <p:sp>
        <p:nvSpPr>
          <p:cNvPr id="49157" name="标题 1"/>
          <p:cNvSpPr/>
          <p:nvPr/>
        </p:nvSpPr>
        <p:spPr>
          <a:xfrm>
            <a:off x="611505" y="2348865"/>
            <a:ext cx="4435475" cy="1216025"/>
          </a:xfrm>
          <a:prstGeom prst="rect">
            <a:avLst/>
          </a:prstGeom>
          <a:noFill/>
          <a:ln w="9525">
            <a:noFill/>
          </a:ln>
        </p:spPr>
        <p:txBody>
          <a:bodyPr anchor="b" anchorCtr="0"/>
          <a:p>
            <a:r>
              <a:rPr lang="en-US" altLang="zh-CN" sz="3600" dirty="0">
                <a:solidFill>
                  <a:schemeClr val="tx2"/>
                </a:solidFill>
                <a:latin typeface="Verdana" panose="020B0604030504040204" pitchFamily="34" charset="0"/>
              </a:rPr>
              <a:t>1.</a:t>
            </a:r>
            <a:r>
              <a:rPr lang="zh-CN" altLang="en-US" sz="3600" dirty="0">
                <a:solidFill>
                  <a:schemeClr val="tx2"/>
                </a:solidFill>
                <a:latin typeface="Verdana" panose="020B0604030504040204" pitchFamily="34" charset="0"/>
              </a:rPr>
              <a:t>绘制出你所选项目的对象系统的</a:t>
            </a:r>
            <a:r>
              <a:rPr lang="zh-CN" altLang="en-US" sz="3600" dirty="0">
                <a:solidFill>
                  <a:srgbClr val="FF0000"/>
                </a:solidFill>
                <a:latin typeface="Verdana" panose="020B0604030504040204" pitchFamily="34" charset="0"/>
              </a:rPr>
              <a:t>顺序图</a:t>
            </a:r>
            <a:endParaRPr lang="zh-CN" altLang="en-US" sz="3600" dirty="0">
              <a:solidFill>
                <a:srgbClr val="FF0000"/>
              </a:solidFill>
              <a:latin typeface="Verdana" panose="020B0604030504040204" pitchFamily="34" charset="0"/>
            </a:endParaRPr>
          </a:p>
        </p:txBody>
      </p:sp>
      <p:sp>
        <p:nvSpPr>
          <p:cNvPr id="49158" name="标题 1"/>
          <p:cNvSpPr/>
          <p:nvPr/>
        </p:nvSpPr>
        <p:spPr>
          <a:xfrm>
            <a:off x="611505" y="3860800"/>
            <a:ext cx="4549140" cy="1216025"/>
          </a:xfrm>
          <a:prstGeom prst="rect">
            <a:avLst/>
          </a:prstGeom>
          <a:noFill/>
          <a:ln w="9525">
            <a:noFill/>
          </a:ln>
        </p:spPr>
        <p:txBody>
          <a:bodyPr anchor="b" anchorCtr="0"/>
          <a:p>
            <a:r>
              <a:rPr lang="en-US" altLang="zh-CN" sz="3600" dirty="0">
                <a:solidFill>
                  <a:schemeClr val="tx2"/>
                </a:solidFill>
                <a:latin typeface="Verdana" panose="020B0604030504040204" pitchFamily="34" charset="0"/>
              </a:rPr>
              <a:t>2.</a:t>
            </a:r>
            <a:r>
              <a:rPr lang="zh-CN" altLang="en-US" sz="3600" dirty="0">
                <a:solidFill>
                  <a:schemeClr val="tx2"/>
                </a:solidFill>
                <a:latin typeface="Verdana" panose="020B0604030504040204" pitchFamily="34" charset="0"/>
              </a:rPr>
              <a:t>绘制出你所选项目的对象系统的</a:t>
            </a:r>
            <a:r>
              <a:rPr lang="zh-CN" altLang="en-US" sz="3600" dirty="0">
                <a:solidFill>
                  <a:srgbClr val="FF0000"/>
                </a:solidFill>
                <a:latin typeface="Verdana" panose="020B0604030504040204" pitchFamily="34" charset="0"/>
              </a:rPr>
              <a:t>合作图</a:t>
            </a:r>
            <a:endParaRPr lang="zh-CN" altLang="en-US" sz="3600" dirty="0">
              <a:solidFill>
                <a:srgbClr val="FF0000"/>
              </a:solidFill>
              <a:latin typeface="Verdana" panose="020B0604030504040204" pitchFamily="34" charset="0"/>
            </a:endParaRPr>
          </a:p>
        </p:txBody>
      </p:sp>
      <p:pic>
        <p:nvPicPr>
          <p:cNvPr id="3" name="图片 2"/>
          <p:cNvPicPr>
            <a:picLocks noChangeAspect="1"/>
          </p:cNvPicPr>
          <p:nvPr/>
        </p:nvPicPr>
        <p:blipFill>
          <a:blip r:embed="rId1"/>
          <a:stretch>
            <a:fillRect/>
          </a:stretch>
        </p:blipFill>
        <p:spPr>
          <a:xfrm>
            <a:off x="5580380" y="1628775"/>
            <a:ext cx="3270250" cy="3759200"/>
          </a:xfrm>
          <a:prstGeom prst="rect">
            <a:avLst/>
          </a:prstGeom>
        </p:spPr>
      </p:pic>
    </p:spTree>
  </p:cSld>
  <p:clrMapOvr>
    <a:masterClrMapping/>
  </p:clrMapOvr>
  <p:transition/>
</p:sld>
</file>

<file path=ppt/theme/theme1.xml><?xml version="1.0" encoding="utf-8"?>
<a:theme xmlns:a="http://schemas.openxmlformats.org/drawingml/2006/main" name="Profile">
  <a:themeElements>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Profile">
      <a:majorFont>
        <a:latin typeface="Verdana"/>
        <a:ea typeface="宋体"/>
        <a:cs typeface=""/>
      </a:majorFont>
      <a:minorFont>
        <a:latin typeface="Verdan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Verdana" panose="020B060403050404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Verdana" panose="020B0604030504040204" pitchFamily="34" charset="0"/>
            <a:ea typeface="宋体" panose="02010600030101010101" pitchFamily="2" charset="-122"/>
          </a:defRPr>
        </a:defPPr>
      </a:lstStyle>
    </a:lnDef>
  </a:objectDefaults>
  <a:extraClrSchemeLst>
    <a:extraClrScheme>
      <a:clrScheme name="Profile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Profile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Profile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Profile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Profile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Profile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Profile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Profile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Profile</Template>
  <TotalTime>0</TotalTime>
  <Words>5185</Words>
  <Application>WPS 演示</Application>
  <PresentationFormat>全屏显示(4:3)</PresentationFormat>
  <Paragraphs>550</Paragraphs>
  <Slides>45</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45</vt:i4>
      </vt:variant>
    </vt:vector>
  </HeadingPairs>
  <TitlesOfParts>
    <vt:vector size="55" baseType="lpstr">
      <vt:lpstr>Arial</vt:lpstr>
      <vt:lpstr>宋体</vt:lpstr>
      <vt:lpstr>Wingdings</vt:lpstr>
      <vt:lpstr>Verdana</vt:lpstr>
      <vt:lpstr>Times New Roman</vt:lpstr>
      <vt:lpstr>黑体</vt:lpstr>
      <vt:lpstr>微软雅黑</vt:lpstr>
      <vt:lpstr>Arial Unicode MS</vt:lpstr>
      <vt:lpstr>微软雅黑 Light</vt:lpstr>
      <vt:lpstr>Profile</vt:lpstr>
      <vt:lpstr>PowerPoint 演示文稿</vt:lpstr>
      <vt:lpstr>6.1 系统设计</vt:lpstr>
      <vt:lpstr> 6.1.1  反复迭代的系统设计方式</vt:lpstr>
      <vt:lpstr> 6.1.1  反复迭代的系统设计方式</vt:lpstr>
      <vt:lpstr> 6.1.2系统对象设计</vt:lpstr>
      <vt:lpstr>PowerPoint 演示文稿</vt:lpstr>
      <vt:lpstr>PowerPoint 演示文稿</vt:lpstr>
      <vt:lpstr>PowerPoint 演示文稿</vt:lpstr>
      <vt:lpstr>PowerPoint 演示文稿</vt:lpstr>
      <vt:lpstr>6.1.5  系统设计规格说明报告</vt:lpstr>
      <vt:lpstr>6.2  交互模型建模</vt:lpstr>
      <vt:lpstr>6.2  交互模型建模</vt:lpstr>
      <vt:lpstr>PowerPoint 演示文稿</vt:lpstr>
      <vt:lpstr>PowerPoint 演示文稿</vt:lpstr>
      <vt:lpstr>6.3 顺序图建模</vt:lpstr>
      <vt:lpstr>PowerPoint 演示文稿</vt:lpstr>
      <vt:lpstr>PowerPoint 演示文稿</vt:lpstr>
      <vt:lpstr>6.3.2  对象之间的同步与异步操作</vt:lpstr>
      <vt:lpstr>PowerPoint 演示文稿</vt:lpstr>
      <vt:lpstr>PowerPoint 演示文稿</vt:lpstr>
      <vt:lpstr>6.3.3  顺序图中的分支控制</vt:lpstr>
      <vt:lpstr>6.3.4  顺序图中的约束标记</vt:lpstr>
      <vt:lpstr>6.3.5  顺序图中的循环处理操作</vt:lpstr>
      <vt:lpstr>6.3.6  对象的创建和消亡</vt:lpstr>
      <vt:lpstr>6.4  合作图建模</vt:lpstr>
      <vt:lpstr>6.4.1  合作图的组成成分</vt:lpstr>
      <vt:lpstr>6.4.2  合作图中对象的创建与消亡</vt:lpstr>
      <vt:lpstr>PowerPoint 演示文稿</vt:lpstr>
      <vt:lpstr>6.4.3  嵌套消息与顺序消息的标识</vt:lpstr>
      <vt:lpstr>6.4.3  嵌套消息与顺序消息的标识 （con.)</vt:lpstr>
      <vt:lpstr>6.4.4  异步操作中的回调消息</vt:lpstr>
      <vt:lpstr>6.4.4  异步操作中的回调消息 （con.）</vt:lpstr>
      <vt:lpstr>6.4.5  循环发送同一个重复消息</vt:lpstr>
      <vt:lpstr>6.5  动态交互模型 			——控制流建模</vt:lpstr>
      <vt:lpstr>6.6  动态交互模型建模案例 			——“销售合同管理”子系统</vt:lpstr>
      <vt:lpstr>6.6.2  顺序图建模步骤</vt:lpstr>
      <vt:lpstr>6.6.2  顺序图建模步骤 （con.）</vt:lpstr>
      <vt:lpstr>6.6.2  顺序图建模步骤 （con.）</vt:lpstr>
      <vt:lpstr>6.6.2  顺序图建模步骤 （con.）</vt:lpstr>
      <vt:lpstr>6.6.3  合作图建模步骤</vt:lpstr>
      <vt:lpstr>6.6.3  合作图建模步骤 （con.）</vt:lpstr>
      <vt:lpstr>6.6.3  合作图建模步骤 （con.）</vt:lpstr>
      <vt:lpstr>6.6.3  合作图建模步骤 （con.）</vt:lpstr>
      <vt:lpstr>作业：</vt:lpstr>
      <vt:lpstr>作业：</vt:lpstr>
    </vt:vector>
  </TitlesOfParts>
  <Company>elite</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第一章  绪论 1.1  程序设计与程序设计语言</dc:title>
  <dc:creator>shasha</dc:creator>
  <cp:lastModifiedBy>怡然</cp:lastModifiedBy>
  <cp:revision>398</cp:revision>
  <cp:lastPrinted>1998-01-12T01:00:00Z</cp:lastPrinted>
  <dcterms:created xsi:type="dcterms:W3CDTF">2001-09-23T11:05:00Z</dcterms:created>
  <dcterms:modified xsi:type="dcterms:W3CDTF">2025-03-27T02:47:44Z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2052-12.1.0.20305</vt:lpwstr>
  </property>
  <property fmtid="{D5CDD505-2E9C-101B-9397-08002B2CF9AE}" pid="3" name="ICV">
    <vt:lpwstr>6F7D254DF55344298DE9D8C5500F1508_13</vt:lpwstr>
  </property>
</Properties>
</file>